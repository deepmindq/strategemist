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5612" y="571500"/>
            <a:ext cx="3708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AND TRANSFORMATION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848735" y="2219920"/>
            <a:ext cx="79068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29400" y="2205633"/>
            <a:ext cx="1022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48735" y="2516386"/>
            <a:ext cx="107715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29400" y="2502098"/>
            <a:ext cx="1022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48735" y="2812852"/>
            <a:ext cx="94539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29400" y="2798564"/>
            <a:ext cx="1022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2950" y="1714500"/>
            <a:ext cx="55267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971675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2950" y="2090440"/>
            <a:ext cx="4800600" cy="12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2950" y="2380655"/>
            <a:ext cx="4572000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Digital Engineering &amp; Transformation Services for Healthcare &amp; Pharma.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3267484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77152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643063"/>
            <a:ext cx="7000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85800" y="2157413"/>
            <a:ext cx="4732426" cy="13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1525" y="24302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1000125" y="2423071"/>
            <a:ext cx="37358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0125" y="2555900"/>
            <a:ext cx="36261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1525" y="28912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00125" y="2884066"/>
            <a:ext cx="37358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0125" y="3016895"/>
            <a:ext cx="36261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771525" y="335220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00125" y="3345061"/>
            <a:ext cx="37358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0125" y="3477890"/>
            <a:ext cx="36261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771525" y="38132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1000125" y="3806056"/>
            <a:ext cx="373585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0125" y="3938885"/>
            <a:ext cx="362612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5226323" y="2157413"/>
            <a:ext cx="3879654" cy="26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26323" y="2445841"/>
            <a:ext cx="3231766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healthcare &amp; pharma requires industry-specific capability, not generic technology. The right approach connects digital engineering &amp; transformation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26323" y="4114800"/>
            <a:ext cx="165636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14288"/>
            <a:ext cx="111838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77152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628775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digital engineering &amp; transformation spectrum.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42938" y="19859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900113" y="1996678"/>
            <a:ext cx="1364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96728" y="197524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2721769" y="19859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2978944" y="1996678"/>
            <a:ext cx="1364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75559" y="197524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800600" y="19859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057775" y="1996678"/>
            <a:ext cx="1364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54391" y="1975247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879431" y="19859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7136606" y="1996678"/>
            <a:ext cx="13644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2671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2904632" y="2698552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628650" y="2886075"/>
            <a:ext cx="25195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650" y="3048930"/>
            <a:ext cx="2409788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67050" y="2671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5643033" y="2698552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3367050" y="2886075"/>
            <a:ext cx="25195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67050" y="3048930"/>
            <a:ext cx="2409788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05451" y="26717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8381545" y="2698552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6105451" y="2886075"/>
            <a:ext cx="2519627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5451" y="3048930"/>
            <a:ext cx="2409899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8650" y="36004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2904632" y="36272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628650" y="3814763"/>
            <a:ext cx="25195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8650" y="3977618"/>
            <a:ext cx="2409788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7050" y="36004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5643033" y="36272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3367050" y="3814763"/>
            <a:ext cx="25195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67050" y="3977618"/>
            <a:ext cx="2409788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 strategy, user research, information architecture, interaction design, design systems.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05451" y="36004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8381545" y="36272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6105451" y="3814763"/>
            <a:ext cx="2519627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05451" y="3977618"/>
            <a:ext cx="2409899" cy="25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pipelines, DevOps/DevSecOps, solution architecture, engineering standards, scalability.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8787" y="14288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388678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product development, SaaS platforms, MVP development, product modernization.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700088" y="2085975"/>
            <a:ext cx="524172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2308771"/>
            <a:ext cx="399759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healthcare &amp; pharma environments. We bring together the digital engineering &amp;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4114800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35" y="2085975"/>
            <a:ext cx="393196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97760" y="237619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69223" y="23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797823" y="233020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97823" y="2447292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97760" y="277188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69223" y="27665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7823" y="272589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7823" y="2842989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97760" y="3167583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69223" y="31622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797823" y="3121596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97823" y="3238686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97760" y="356328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9223" y="3557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797823" y="351729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97823" y="3634383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97760" y="395897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69223" y="3953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97823" y="391298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7823" y="4030080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194400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388678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applications, microservices, containers, serverless, platform engineering.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700088" y="2085975"/>
            <a:ext cx="524172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2308771"/>
            <a:ext cx="399759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healthcare &amp; pharma environments. We bring together the digital engineering &amp;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4114800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35" y="2085975"/>
            <a:ext cx="393196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97760" y="237619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69223" y="23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797823" y="233020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97823" y="2447292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97760" y="277188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69223" y="27665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7823" y="272589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7823" y="2842989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97760" y="3167583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69223" y="31622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797823" y="3121596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97823" y="3238686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97760" y="356328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9223" y="3557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797823" y="351729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97823" y="3634383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97760" y="395897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69223" y="3953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97823" y="391298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7823" y="4030080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227214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388678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modernization, monolith-to-microservices, technology migration, cloud-native modernization.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700088" y="2085975"/>
            <a:ext cx="524172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2308771"/>
            <a:ext cx="399759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healthcare &amp; pharma environments. We bring together the digital engineering &amp;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4114800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35" y="2085975"/>
            <a:ext cx="393196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97760" y="237619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69223" y="23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797823" y="233020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97823" y="2447292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97760" y="277188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69223" y="27665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7823" y="272589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7823" y="2842989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97760" y="3167583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69223" y="31622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797823" y="3121596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97823" y="3238686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97760" y="356328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9223" y="3557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797823" y="351729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97823" y="3634383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97760" y="395897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69223" y="3953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97823" y="391298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7823" y="4030080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160332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388678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development, microservices, enterprise integrations, middleware, system interoperability.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700088" y="2085975"/>
            <a:ext cx="524172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2308771"/>
            <a:ext cx="399759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healthcare &amp; pharma environments. We bring together the digital engineering &amp;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4114800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35" y="2085975"/>
            <a:ext cx="3931965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97760" y="237619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69223" y="23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797823" y="233020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97823" y="2447292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97760" y="277188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69223" y="27665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7823" y="272589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7823" y="2842989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97760" y="3167583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69223" y="31622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797823" y="3121596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97823" y="3238686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97760" y="3563280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9223" y="35579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797823" y="3517292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97823" y="3634383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97760" y="3958977"/>
            <a:ext cx="320040" cy="163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69223" y="3953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97823" y="3912989"/>
            <a:ext cx="25888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7823" y="4030080"/>
            <a:ext cx="25888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183020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77152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628775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digital engineering &amp; transformation creates measurable value.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85800" y="20431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296184" y="206811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314575"/>
            <a:ext cx="3767328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523083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records, clinical trials, regulatory submissions, claims processing at scale.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800600" y="20431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320313" y="2068116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4800600" y="2314575"/>
            <a:ext cx="365760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523083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conversational AI, care navigation, personalized health experiences.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85800" y="32861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145321" y="3311128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685800" y="3557588"/>
            <a:ext cx="3767328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7660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planning, staffing optimization, supply chain.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800600" y="32861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300165" y="331112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800600" y="3557588"/>
            <a:ext cx="365760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7660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analytics, drug safety surveillance, trial recruitment.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14288"/>
            <a:ext cx="141193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5210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77152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614488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514350" y="1714500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4363" y="1971675"/>
            <a:ext cx="358415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9166" y="1971675"/>
            <a:ext cx="452735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87542" y="1971675"/>
            <a:ext cx="483941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97125" y="1971675"/>
            <a:ext cx="85903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Systems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4350" y="2300288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4363" y="2557463"/>
            <a:ext cx="754000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404751" y="2557463"/>
            <a:ext cx="351830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92970" y="2557463"/>
            <a:ext cx="739267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58631" y="2557463"/>
            <a:ext cx="740501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Modules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2886075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4363" y="3143250"/>
            <a:ext cx="411435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4265" y="3143250"/>
            <a:ext cx="67096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07462" y="3143250"/>
            <a:ext cx="67096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Serverless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88580" y="3143250"/>
            <a:ext cx="107457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14350" y="3471863"/>
            <a:ext cx="86296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0630" y="3729038"/>
            <a:ext cx="740501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63787" y="3729038"/>
            <a:ext cx="602084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Bus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98458" y="3729038"/>
            <a:ext cx="67096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02012" y="3729038"/>
            <a:ext cx="844302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Hub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14350" y="4057650"/>
            <a:ext cx="852106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363" y="4314825"/>
            <a:ext cx="416347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60004" y="4314825"/>
            <a:ext cx="670966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60265" y="4314825"/>
            <a:ext cx="387214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83867" y="4314825"/>
            <a:ext cx="739490" cy="23774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8149" y="14288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5210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77152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57313"/>
            <a:ext cx="62865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28650" y="190023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8650" y="207168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650" y="2243138"/>
            <a:ext cx="18002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8650" y="2471738"/>
            <a:ext cx="2161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8650" y="2611041"/>
            <a:ext cx="1714500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650" y="3500103"/>
            <a:ext cx="689372" cy="125403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8650" y="3360800"/>
            <a:ext cx="2743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86050" y="190023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86050" y="2071688"/>
            <a:ext cx="18002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6050" y="2243138"/>
            <a:ext cx="18002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86050" y="2471738"/>
            <a:ext cx="2161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86050" y="2611041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0075" y="3390156"/>
            <a:ext cx="717723" cy="125403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86050" y="3250853"/>
            <a:ext cx="2743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43450" y="190023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43450" y="207168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43450" y="2243138"/>
            <a:ext cx="18002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43450" y="2471738"/>
            <a:ext cx="2161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43450" y="2611041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43450" y="3390156"/>
            <a:ext cx="715947" cy="125403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43450" y="3250853"/>
            <a:ext cx="2743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00850" y="1900238"/>
            <a:ext cx="219456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0850" y="2071688"/>
            <a:ext cx="18002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0850" y="2243138"/>
            <a:ext cx="18002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00850" y="2471738"/>
            <a:ext cx="2161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00850" y="2611041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00850" y="3390156"/>
            <a:ext cx="1005744" cy="125403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00850" y="3250853"/>
            <a:ext cx="2343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5647" y="14288"/>
            <a:ext cx="14623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4350" y="771525"/>
            <a:ext cx="86296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1028700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371600"/>
            <a:ext cx="81153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85800" y="2043113"/>
            <a:ext cx="58293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214563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by default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685800" y="2407444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Microservices, containers, serverless — not bolted on, engineered in.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4814888" y="2043113"/>
            <a:ext cx="43291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14888" y="2214563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engineering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4814888" y="2407444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platforms that compound productivity.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328988"/>
            <a:ext cx="58293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500438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Modernization depth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685800" y="3693319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Legacy-to-microservices with engineering discipline.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4888" y="3328988"/>
            <a:ext cx="43291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4888" y="3500438"/>
            <a:ext cx="382547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embedded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814888" y="3693319"/>
            <a:ext cx="364331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quality in every pipeline, not a gate before release.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14288"/>
            <a:ext cx="9298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igital_engineering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57975" y="2114550"/>
            <a:ext cx="9191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660542" y="2486025"/>
            <a:ext cx="91568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853647" y="2857500"/>
            <a:ext cx="65692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1714500"/>
            <a:ext cx="462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1957388"/>
            <a:ext cx="3573494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742950" y="2405993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742950" y="3054623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2950" y="3248844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39172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2026-10-01T03:59:24Z</dcterms:created>
  <dcterms:modified xsi:type="dcterms:W3CDTF">2026-10-01T03:59:24Z</dcterms:modified>
</cp:coreProperties>
</file>