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417668-5sr38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42967" y="571500"/>
            <a:ext cx="37525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ZERO TRUST ARCHITECTURE &amp; MICROSEGMENTATION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6400800" y="1285875"/>
            <a:ext cx="7144" cy="3000375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600825" y="1571625"/>
            <a:ext cx="220186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2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979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Identity-Aware Proxy &amp; Access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600825" y="1924459"/>
            <a:ext cx="220186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2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979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Microsegmentation &amp; Network Policy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600825" y="2277294"/>
            <a:ext cx="220186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spc="2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979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Web Gateway &amp; SASE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1714500"/>
            <a:ext cx="74786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2950" y="1960959"/>
            <a:ext cx="6129338" cy="2517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Trust Architecture</a:t>
            </a:r>
            <a:endParaRPr lang="en-US" sz="36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 Microsegmentation</a:t>
            </a:r>
            <a:endParaRPr lang="en-US" sz="36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742950" y="446361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42950" y="4613635"/>
            <a:ext cx="485775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trust, always verify — at packet granularity.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55483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76987" y="4750594"/>
            <a:ext cx="25526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ZERO TRUST ARCHITECTURE &amp; MICROSEGMENTATION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zero trust architecture &amp; microsegmentation programs fail.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67230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997348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2143795"/>
            <a:ext cx="36718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8656" y="2293813"/>
            <a:ext cx="3781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production programs break down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2228" y="2547417"/>
            <a:ext cx="3664744" cy="539130"/>
          </a:xfrm>
          <a:prstGeom prst="roundRect">
            <a:avLst>
              <a:gd name="adj" fmla="val 1413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5813" y="26438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2" name="Text 9"/>
          <p:cNvSpPr/>
          <p:nvPr/>
        </p:nvSpPr>
        <p:spPr>
          <a:xfrm>
            <a:off x="1014413" y="2636713"/>
            <a:ext cx="333870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14413" y="2769543"/>
            <a:ext cx="3228975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2228" y="3165128"/>
            <a:ext cx="3664744" cy="425276"/>
          </a:xfrm>
          <a:prstGeom prst="roundRect">
            <a:avLst>
              <a:gd name="adj" fmla="val 1791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5813" y="326156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1014413" y="3254425"/>
            <a:ext cx="3334555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14413" y="3387254"/>
            <a:ext cx="308755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682228" y="3668985"/>
            <a:ext cx="3664744" cy="425276"/>
          </a:xfrm>
          <a:prstGeom prst="roundRect">
            <a:avLst>
              <a:gd name="adj" fmla="val 1791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85813" y="376542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0" name="Text 17"/>
          <p:cNvSpPr/>
          <p:nvPr/>
        </p:nvSpPr>
        <p:spPr>
          <a:xfrm>
            <a:off x="1014413" y="3758282"/>
            <a:ext cx="2905441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14413" y="3891111"/>
            <a:ext cx="2767087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682228" y="4172843"/>
            <a:ext cx="3664744" cy="425276"/>
          </a:xfrm>
          <a:prstGeom prst="roundRect">
            <a:avLst>
              <a:gd name="adj" fmla="val 1791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85813" y="426928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4" name="Text 21"/>
          <p:cNvSpPr/>
          <p:nvPr/>
        </p:nvSpPr>
        <p:spPr>
          <a:xfrm>
            <a:off x="1014413" y="4262140"/>
            <a:ext cx="2768549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14413" y="4394969"/>
            <a:ext cx="263671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6" name="Text 23"/>
          <p:cNvSpPr/>
          <p:nvPr/>
        </p:nvSpPr>
        <p:spPr>
          <a:xfrm>
            <a:off x="4747022" y="1997348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07756" y="2143795"/>
            <a:ext cx="281463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07756" y="2293813"/>
            <a:ext cx="29243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discipline, not science experiment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907756" y="2543845"/>
            <a:ext cx="2814638" cy="167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zero trust architecture &amp; microsegmentation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07756" y="4279776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07756" y="4279776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40944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630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9095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89607" y="193450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678656" y="2166677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Identity-Aware Proxy &amp; Access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4123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identity-aware proxy &amp; access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630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9095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4407" y="193450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793456" y="2166677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Microsegmentation &amp; Network Policy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4123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microsegmentation &amp; network policy with real platforms and tools.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948918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309536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89607" y="312036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78656" y="3352540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Web Gateway &amp; SASE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598218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secure web gateway &amp; sase with real platforms and tools.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948918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309536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4407" y="312036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793456" y="3352540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 &amp; Continuous Compliance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598218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policy as code &amp; continuous compliance with real platforms and tools.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Identity-Aware Proxy &amp; Access.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9515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05905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66640"/>
            <a:ext cx="36433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16658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Protocol, configuration, architecture level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266690"/>
            <a:ext cx="3643313" cy="192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identity-aware proxy &amp; access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70084" y="4252081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5979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47022" y="1705905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79181" y="1838065"/>
            <a:ext cx="28717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79181" y="1988083"/>
            <a:ext cx="2981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platforms · real engineering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82753" y="2227399"/>
            <a:ext cx="2864644" cy="564356"/>
          </a:xfrm>
          <a:prstGeom prst="roundRect">
            <a:avLst>
              <a:gd name="adj" fmla="val 1350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64906" y="2295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19" y="2295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393531" y="2295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Zscaler ZPA Private Access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3531" y="2423852"/>
            <a:ext cx="2271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Zscaler Private Access (ZPA) App Connector — brokered access to internal apps, no inbound firewall ports, App-Group segmentation.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82753" y="2848905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4906" y="291677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79219" y="29167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393531" y="2916771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Cloudflare Zero Trust Access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93531" y="3045358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Cloudflare Access identity-aware proxy — SAML/OIDC integration with Okta / Entra ID, device posture via Warp client.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82753" y="3370399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64906" y="3438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79219" y="3438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393531" y="3438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Boundary Identity Broker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93531" y="3566852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Boundary — short-lived credentials, target sets, host catalogs, brokering via Vault dynamic secrets.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82753" y="3891893"/>
            <a:ext cx="2864644" cy="564356"/>
          </a:xfrm>
          <a:prstGeom prst="roundRect">
            <a:avLst>
              <a:gd name="adj" fmla="val 1350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964906" y="395975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79219" y="39597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393531" y="3959758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BeyondCorp Enterprise Access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393531" y="4088346"/>
            <a:ext cx="2271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 BeyondCorp Enterprise — context-aware access via Identity-Aware Proxy (IAP), device posture + user identity binding.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82753" y="4513399"/>
            <a:ext cx="2864644" cy="564356"/>
          </a:xfrm>
          <a:prstGeom prst="roundRect">
            <a:avLst>
              <a:gd name="adj" fmla="val 1350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64906" y="4581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79219" y="4581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393531" y="4581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Teleport Identity-Native Access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393531" y="4709852"/>
            <a:ext cx="2271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Gravitational Teleport — SSH, Kubernetes, PostgreSQL, MySQL access via single identity plane, session recording, SSO via OIDC.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754166"/>
            <a:ext cx="356462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093257" y="4750594"/>
            <a:ext cx="31146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222220" y="4750594"/>
            <a:ext cx="149187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IDENTITY-AWARE PROXY &amp; ACCESS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Microsegmentation &amp; Network Policy.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9515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05905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66640"/>
            <a:ext cx="36433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16658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Protocol, configuration, architecture level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266690"/>
            <a:ext cx="3643313" cy="192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microsegmentation &amp; network policy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70084" y="4252081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5979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47022" y="1705905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79181" y="1838065"/>
            <a:ext cx="28717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79181" y="1988083"/>
            <a:ext cx="2981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platforms · real engineering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82753" y="2227399"/>
            <a:ext cx="2864644" cy="564356"/>
          </a:xfrm>
          <a:prstGeom prst="roundRect">
            <a:avLst>
              <a:gd name="adj" fmla="val 1350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64906" y="2295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19" y="2295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393531" y="2295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Cilium eBPF Network Policy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3531" y="2423852"/>
            <a:ext cx="2271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Cilium eBPF-enforced network policies — Layer 7 HTTP/gRPC/Kafka policies, identity-based segmentation (no IP addresses).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82753" y="2848905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4906" y="2916771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79219" y="291677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393531" y="2916771"/>
            <a:ext cx="227171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 Mesh mTLS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93531" y="3045358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Istio mTLS — auto-mTLS, peer authentication, request authentication via JWT, AuthorizationPolicy at L7.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82753" y="3370399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64906" y="3438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79219" y="3438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393531" y="3438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Illumio Core Workload Segmentation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93531" y="3566852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Illumio Adaptive Microsegmentation — flow visualization, label-based policy, vulnerability propagation analysis.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82753" y="3891893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964906" y="395975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79219" y="39597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393531" y="3959758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VMware NSX Distributed Firewall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393531" y="4088346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VMware NSX-T Distributed Firewall — kernel-level east-west enforcement, microsegmentation per workload.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82753" y="4413386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64906" y="4481252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79219" y="44812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393531" y="4481252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Tigera Calico Network Policy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393531" y="4609840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Tigera Calico — GlobalNetworkPolicy, BGPPeer, encrypted WireGuard tunnels, Istio integration for L7 policies.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754166"/>
            <a:ext cx="340009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928728" y="4750594"/>
            <a:ext cx="295014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893161" y="4750594"/>
            <a:ext cx="184067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MICROSEGMENTATION &amp; NETWORK POLICY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52106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Web Gateway &amp; SASE.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9515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05905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66640"/>
            <a:ext cx="36433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16658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Protocol, configuration, architecture level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266690"/>
            <a:ext cx="3643313" cy="192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secure web gateway &amp; sase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70084" y="4252081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5979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47022" y="1705905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79181" y="1838065"/>
            <a:ext cx="28717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79181" y="1988083"/>
            <a:ext cx="2981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platforms · real engineering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82753" y="2227399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64906" y="2295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19" y="2295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393531" y="2295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Zscaler ZIA Internet Egress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3531" y="2423852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Zscaler Internet Access (ZIA) — SSL inspection, CASB, DNS filtering, threat intel via Zscaler ThreatLabz.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82753" y="2748893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4906" y="281675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79219" y="28167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393531" y="2816758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Palo Alto Prisma Access SASE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93531" y="2945346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Access SASE — GlobalProtect IPSec, Remote Browser Isolation (RBI), DLP, WildFire sandbox.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82753" y="3270386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64906" y="3338252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79219" y="33382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393531" y="3338252"/>
            <a:ext cx="227171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Netskope SSE Platform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93531" y="3466840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Netskope Security Cloud — CASB, SWG, RBI, CloudXD API protection, NewEdge SSE PoP network.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82753" y="3791880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964906" y="385974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79219" y="38597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393531" y="3859746"/>
            <a:ext cx="227171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Menlo Security Isolation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393531" y="3988333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Menlo Security Isolation Platform — remote browser isolation (RBI), zero-execution web, anti-phishing.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82753" y="4313374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64906" y="4381240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79219" y="43812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393531" y="4381240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Skyhigh Security SWG &amp; CASB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393531" y="4509827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Skyhigh Security (McAfee Enterprise) — cloud DLP, anomaly detection, cloud security posture management.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754166"/>
            <a:ext cx="363393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162574" y="4750594"/>
            <a:ext cx="318399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7360853" y="4750594"/>
            <a:ext cx="12687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WEB GATEWAY &amp; SASE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 &amp; Continuous Compliance.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9515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05905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866640"/>
            <a:ext cx="36433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2016658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Protocol, configuration, architecture level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266690"/>
            <a:ext cx="3643313" cy="192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policy as code &amp; continuous compliance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70084" y="4252081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2944" y="425979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747022" y="1705905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79181" y="1838065"/>
            <a:ext cx="287178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79181" y="1988083"/>
            <a:ext cx="2981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platforms · real engineering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882753" y="2227399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64906" y="2295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19" y="2295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5393531" y="2295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Gatekeeper Policy Enforcement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3531" y="2423852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Policy Agent Gatekeeper — k8s admission control, CIS Benchmarks, custom ConstraintTemplates in Rego.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82753" y="2748893"/>
            <a:ext cx="2864644" cy="564356"/>
          </a:xfrm>
          <a:prstGeom prst="roundRect">
            <a:avLst>
              <a:gd name="adj" fmla="val 1350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64906" y="281675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79219" y="28167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4" name="Text 21"/>
          <p:cNvSpPr/>
          <p:nvPr/>
        </p:nvSpPr>
        <p:spPr>
          <a:xfrm>
            <a:off x="5393531" y="2816758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Terraform Sentinel Policies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393531" y="2945346"/>
            <a:ext cx="2271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Sentinel — policy-as-code in Terraform Cloud / Enterprise, mandated / advisory / soft-mandatory enforcement.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882753" y="3370399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64906" y="343826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179219" y="34382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29" name="Text 26"/>
          <p:cNvSpPr/>
          <p:nvPr/>
        </p:nvSpPr>
        <p:spPr>
          <a:xfrm>
            <a:off x="5393531" y="3438265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Cloudflare WAF &amp; Bot Management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93531" y="3566852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Cloudflare WAF managed rules, OWASP ruleset, Bot Management via ML scoring, rate limiting, JWT validation.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82753" y="3891893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964906" y="395975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179219" y="395975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5393531" y="3959758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Network Firewall Inspection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393531" y="4088346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Network Firewall (Suricata-based) — stateful / stateless rules, domain filtering, TLS inspection via ACM certs.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882753" y="4413386"/>
            <a:ext cx="2864644" cy="464344"/>
          </a:xfrm>
          <a:prstGeom prst="roundRect">
            <a:avLst>
              <a:gd name="adj" fmla="val 1641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964906" y="4481252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79219" y="448125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9" name="Text 36"/>
          <p:cNvSpPr/>
          <p:nvPr/>
        </p:nvSpPr>
        <p:spPr>
          <a:xfrm>
            <a:off x="5393531" y="4481252"/>
            <a:ext cx="2381440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Lacework Polygraph Compliance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393531" y="4609840"/>
            <a:ext cx="2271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Lacework Polygraph Data Platform — runtime threat detection, CSPM, CWPP, anomaly-based alerting.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754166"/>
            <a:ext cx="332217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850816" y="4750594"/>
            <a:ext cx="287234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737449" y="4750594"/>
            <a:ext cx="20019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AS CODE &amp; CONTINUOUS COMPLIANCE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3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40944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zero trust architecture &amp; microsegmentation delivers measurable production impact.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630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9095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80222" y="193450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8656" y="2166677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78656" y="24123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63055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9095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4407" y="193450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793456" y="2166677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793456" y="2412355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948918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309536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17918" y="3120368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78656" y="3352540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78656" y="3598218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948918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309536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4407" y="3120368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793456" y="3352540"/>
            <a:ext cx="36718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793456" y="3598218"/>
            <a:ext cx="3671888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50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zero trust architecture &amp; microsegmentation.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60421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87568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879253"/>
            <a:ext cx="1071563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589484" y="187925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879253"/>
            <a:ext cx="1071563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707356" y="2028971"/>
            <a:ext cx="77967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707356" y="2041773"/>
            <a:ext cx="7796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Okta Workforce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558467" y="2028971"/>
            <a:ext cx="87343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558467" y="2041773"/>
            <a:ext cx="87343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Entra ID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503340" y="2028971"/>
            <a:ext cx="86651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03340" y="2041773"/>
            <a:ext cx="86651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Cloudflare Access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41292" y="2028971"/>
            <a:ext cx="63501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41292" y="2041773"/>
            <a:ext cx="63501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Zscaler ZPA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490043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493615"/>
            <a:ext cx="1071563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589484" y="2493615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493615"/>
            <a:ext cx="1071563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707356" y="2643334"/>
            <a:ext cx="41824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707356" y="2656136"/>
            <a:ext cx="4182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Cilium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197038" y="2643334"/>
            <a:ext cx="68055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197038" y="2656136"/>
            <a:ext cx="68055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Tigera Calico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949029" y="2643334"/>
            <a:ext cx="33631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949029" y="2656136"/>
            <a:ext cx="3363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Istio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356781" y="2643334"/>
            <a:ext cx="67184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56781" y="2656136"/>
            <a:ext cx="67184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VMware NSX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3104406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3107978"/>
            <a:ext cx="1071563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589484" y="3107978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3107978"/>
            <a:ext cx="1071563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SASE / SWG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707356" y="3257696"/>
            <a:ext cx="61581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707356" y="3270498"/>
            <a:ext cx="61581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Zscaler ZIA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394607" y="3257696"/>
            <a:ext cx="73123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394607" y="3270498"/>
            <a:ext cx="73123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Prisma Access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197275" y="3257696"/>
            <a:ext cx="71381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197275" y="3270498"/>
            <a:ext cx="71381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Netskope SSE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982529" y="3257696"/>
            <a:ext cx="82956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982529" y="3270498"/>
            <a:ext cx="82956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Skyhigh Security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71876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722340"/>
            <a:ext cx="1071563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589484" y="372234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722340"/>
            <a:ext cx="1071563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ENGINE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707356" y="3872059"/>
            <a:ext cx="81260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707356" y="3884861"/>
            <a:ext cx="81260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Gatekeeper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591395" y="3872059"/>
            <a:ext cx="48744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591395" y="3884861"/>
            <a:ext cx="48744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150282" y="3872059"/>
            <a:ext cx="92210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150282" y="3884861"/>
            <a:ext cx="92210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Sentinel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143821" y="3872059"/>
            <a:ext cx="97992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143821" y="3884861"/>
            <a:ext cx="9799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HashiCorp Boundary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333131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336703"/>
            <a:ext cx="1071563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589484" y="4336703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336703"/>
            <a:ext cx="1071563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 / CNAPP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707356" y="4486421"/>
            <a:ext cx="54515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707356" y="4499223"/>
            <a:ext cx="54515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Lacework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323951" y="4486421"/>
            <a:ext cx="94900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323951" y="4499223"/>
            <a:ext cx="94900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Audit Manager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344391" y="4486421"/>
            <a:ext cx="31053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344391" y="4499223"/>
            <a:ext cx="31053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Wiz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726359" y="4486421"/>
            <a:ext cx="70299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726359" y="4499223"/>
            <a:ext cx="7029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Orca Security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36825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6828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78616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96118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214692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36837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489820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700561"/>
            <a:ext cx="1728788" cy="124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92571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92214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66828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78616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96118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78906" y="214692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36837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489820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700561"/>
            <a:ext cx="1728788" cy="124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392571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392214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66828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78616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96118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214692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36837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489820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700561"/>
            <a:ext cx="1728788" cy="124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392571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392214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668289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786161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961183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93706" y="214692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36837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489820"/>
            <a:ext cx="18325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700561"/>
            <a:ext cx="1728788" cy="124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3925714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3922142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8858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1075134"/>
            <a:ext cx="8629650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3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385106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10147"/>
            <a:ext cx="3993356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13719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04134" y="171014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77813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1014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8663" y="1874453"/>
            <a:ext cx="3586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28663" y="2081622"/>
            <a:ext cx="369589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8663" y="2281647"/>
            <a:ext cx="3586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36294" y="1710147"/>
            <a:ext cx="3993356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36294" y="1713719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71014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36294" y="277813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0581" y="171014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50606" y="1874453"/>
            <a:ext cx="3586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50606" y="2081622"/>
            <a:ext cx="369589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50606" y="2281647"/>
            <a:ext cx="3586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910297"/>
            <a:ext cx="3993356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913869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04134" y="291029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7828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91029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8663" y="3074603"/>
            <a:ext cx="3586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8663" y="3281772"/>
            <a:ext cx="35861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8663" y="3481797"/>
            <a:ext cx="3586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36294" y="2910297"/>
            <a:ext cx="3993356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36294" y="2913869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91029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36294" y="3978287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0581" y="2910297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50606" y="3074603"/>
            <a:ext cx="35861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50606" y="3281772"/>
            <a:ext cx="35861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50606" y="3481797"/>
            <a:ext cx="35861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424668-4l5l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1571625"/>
            <a:ext cx="7144" cy="2428875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444810" y="1714500"/>
            <a:ext cx="762564" cy="17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44810" y="2031616"/>
            <a:ext cx="762564" cy="17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444810" y="2348731"/>
            <a:ext cx="762564" cy="17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00" spc="3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1960959"/>
            <a:ext cx="374366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742950" y="3001045"/>
            <a:ext cx="367559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2950" y="3183880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2026-10-01T12:23:44Z</dcterms:created>
  <dcterms:modified xsi:type="dcterms:W3CDTF">2026-10-01T12:23:44Z</dcterms:modified>
</cp:coreProperties>
</file>