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017" y="571500"/>
            <a:ext cx="24555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HEALTHCARE &amp; PHARMA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0" y="1000125"/>
            <a:ext cx="7144" cy="32861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57975" y="1428750"/>
            <a:ext cx="248602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57975" y="1575197"/>
            <a:ext cx="212940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57975" y="1919883"/>
            <a:ext cx="248602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57975" y="2066330"/>
            <a:ext cx="20702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57975" y="2411016"/>
            <a:ext cx="248602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57975" y="2557463"/>
            <a:ext cx="20702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2950" y="1714500"/>
            <a:ext cx="5787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HEALTHCARE &amp; PHARMA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2950" y="1960959"/>
            <a:ext cx="4857750" cy="951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42950" y="2940323"/>
            <a:ext cx="5100638" cy="10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42950" y="4062561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42950" y="4212580"/>
            <a:ext cx="457200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Quality &amp; Security Engineering Services for Healthcare &amp; Pharma.</a:t>
            </a:r>
            <a:endParaRPr lang="en-US" sz="1238" dirty="0"/>
          </a:p>
        </p:txBody>
      </p:sp>
      <p:sp>
        <p:nvSpPr>
          <p:cNvPr id="16" name="Shape 13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950" y="4754166"/>
            <a:ext cx="53968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541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  <p:pic>
        <p:nvPicPr>
          <p:cNvPr id="19" name="Image 1" descr="/tmp/h2p-fit-1790845571755-w4ulw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785812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275159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85913"/>
            <a:ext cx="399335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746647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HEALTHCARE &amp; PHARMA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6516" y="1957388"/>
            <a:ext cx="3636169" cy="385651"/>
          </a:xfrm>
          <a:prstGeom prst="roundRect">
            <a:avLst>
              <a:gd name="adj" fmla="val 1481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5813" y="20323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1000125" y="2032397"/>
            <a:ext cx="2535062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0125" y="2158082"/>
            <a:ext cx="234728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696516" y="2421620"/>
            <a:ext cx="3636169" cy="385651"/>
          </a:xfrm>
          <a:prstGeom prst="roundRect">
            <a:avLst>
              <a:gd name="adj" fmla="val 1481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5813" y="249662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00125" y="2496629"/>
            <a:ext cx="3050658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0125" y="2622314"/>
            <a:ext cx="282468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96516" y="2885852"/>
            <a:ext cx="3636169" cy="385651"/>
          </a:xfrm>
          <a:prstGeom prst="roundRect">
            <a:avLst>
              <a:gd name="adj" fmla="val 1481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5813" y="29608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00125" y="2960861"/>
            <a:ext cx="2745062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0125" y="3086546"/>
            <a:ext cx="254172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696516" y="3350084"/>
            <a:ext cx="3636169" cy="385651"/>
          </a:xfrm>
          <a:prstGeom prst="roundRect">
            <a:avLst>
              <a:gd name="adj" fmla="val 1481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5813" y="342509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1000125" y="3425093"/>
            <a:ext cx="290358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0125" y="3550779"/>
            <a:ext cx="268850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4689872" y="1585913"/>
            <a:ext cx="313610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4894" y="1746647"/>
            <a:ext cx="2786063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64894" y="2060972"/>
            <a:ext cx="278606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healthcare &amp; pharma requires industry-specific capability, not generic technology. The right approach connects quality &amp; security engineering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64894" y="3996928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64894" y="3996928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357221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00847" y="4750594"/>
            <a:ext cx="312226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37400" y="4750594"/>
            <a:ext cx="147578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003697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healthcare &amp; pharma.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285875"/>
            <a:ext cx="1871663" cy="635794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60884" y="14251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828" dirty="0"/>
          </a:p>
        </p:txBody>
      </p:sp>
      <p:sp>
        <p:nvSpPr>
          <p:cNvPr id="8" name="Text 6"/>
          <p:cNvSpPr/>
          <p:nvPr/>
        </p:nvSpPr>
        <p:spPr>
          <a:xfrm>
            <a:off x="1172691" y="1653778"/>
            <a:ext cx="7669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96728" y="1507331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2596753" y="1285875"/>
            <a:ext cx="1871663" cy="635794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9716" y="14251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828" dirty="0"/>
          </a:p>
        </p:txBody>
      </p:sp>
      <p:sp>
        <p:nvSpPr>
          <p:cNvPr id="12" name="Text 10"/>
          <p:cNvSpPr/>
          <p:nvPr/>
        </p:nvSpPr>
        <p:spPr>
          <a:xfrm>
            <a:off x="3364818" y="1653778"/>
            <a:ext cx="536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75559" y="1507331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4675584" y="1285875"/>
            <a:ext cx="1871663" cy="635794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18547" y="14251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6" name="Text 14"/>
          <p:cNvSpPr/>
          <p:nvPr/>
        </p:nvSpPr>
        <p:spPr>
          <a:xfrm>
            <a:off x="5305909" y="1653778"/>
            <a:ext cx="8336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54391" y="1507331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754416" y="1285875"/>
            <a:ext cx="1871663" cy="635794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97378" y="142517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828" dirty="0"/>
          </a:p>
        </p:txBody>
      </p:sp>
      <p:sp>
        <p:nvSpPr>
          <p:cNvPr id="20" name="Text 18"/>
          <p:cNvSpPr/>
          <p:nvPr/>
        </p:nvSpPr>
        <p:spPr>
          <a:xfrm>
            <a:off x="7441667" y="1653778"/>
            <a:ext cx="6781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4350" y="2039541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14350" y="2043113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8654" y="2039541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350" y="289321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066" y="2039541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081" y="21466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2895084" y="216277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650081" y="2361009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0081" y="2523865"/>
            <a:ext cx="2390701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47951" y="2039541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47951" y="2043113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2366" y="2039541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7951" y="2893219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58666" y="2039541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682" y="21466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5628796" y="216277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3383682" y="2361009"/>
            <a:ext cx="239081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83682" y="2523865"/>
            <a:ext cx="2390812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cloud, platform-specific VAPT per industry frameworks.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81663" y="2039541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981663" y="2043113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25967" y="2039541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1663" y="289321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2378" y="2039541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17394" y="21466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45" name="Text 43"/>
          <p:cNvSpPr/>
          <p:nvPr/>
        </p:nvSpPr>
        <p:spPr>
          <a:xfrm>
            <a:off x="8362397" y="216277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6117394" y="2361009"/>
            <a:ext cx="2390701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17394" y="2523865"/>
            <a:ext cx="2390701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testing, capacity planning, bottleneck analysis.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4350" y="2982516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4350" y="2986088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58654" y="2982516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4350" y="383619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5066" y="2982516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0081" y="30896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54" name="Text 52"/>
          <p:cNvSpPr/>
          <p:nvPr/>
        </p:nvSpPr>
        <p:spPr>
          <a:xfrm>
            <a:off x="2895084" y="310574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55" name="Text 53"/>
          <p:cNvSpPr/>
          <p:nvPr/>
        </p:nvSpPr>
        <p:spPr>
          <a:xfrm>
            <a:off x="650081" y="3303984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50081" y="3466840"/>
            <a:ext cx="2390701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continuous testing in CI/CD.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47951" y="2982516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3247951" y="2986088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92366" y="2982516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47951" y="3836194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58666" y="2982516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682" y="30896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63" name="Text 61"/>
          <p:cNvSpPr/>
          <p:nvPr/>
        </p:nvSpPr>
        <p:spPr>
          <a:xfrm>
            <a:off x="5628796" y="310574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64" name="Text 62"/>
          <p:cNvSpPr/>
          <p:nvPr/>
        </p:nvSpPr>
        <p:spPr>
          <a:xfrm>
            <a:off x="3383682" y="3303984"/>
            <a:ext cx="2500540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383682" y="3466840"/>
            <a:ext cx="2390812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model validation, GenAI testing, bias audits, AI governance testing.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981663" y="2982516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981663" y="2986088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25967" y="2982516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1663" y="383619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92378" y="2982516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17394" y="30896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72" name="Text 70"/>
          <p:cNvSpPr/>
          <p:nvPr/>
        </p:nvSpPr>
        <p:spPr>
          <a:xfrm>
            <a:off x="8362397" y="310574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73" name="Text 71"/>
          <p:cNvSpPr/>
          <p:nvPr/>
        </p:nvSpPr>
        <p:spPr>
          <a:xfrm>
            <a:off x="6117394" y="3303984"/>
            <a:ext cx="2500429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117394" y="3466840"/>
            <a:ext cx="2390701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QA assessment, test strategy, quality metrics, release readiness, managed testing.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035062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34581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506550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713719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389970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389970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1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689872" y="1345816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2031" y="1463687"/>
            <a:ext cx="28717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5603" y="1645853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0613" y="1699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86350" y="1699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72088" y="1699431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Clinical Codebases (Veracode)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72088" y="1816522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analysis tuned for healthcare — PHI flows, clinical decision logic, Epic/Cerner integration points.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5603" y="2120131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00613" y="217370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86350" y="21737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272088" y="2173709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 for Patient-Facing Apps (Burp Suite)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72088" y="2290800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testing of Epic MyChart patient portals, mobile apps — OWASP Top 10, auth bypasses.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5603" y="2594409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0613" y="264798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86350" y="26479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272088" y="2647987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Code Review for Clinical Software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72088" y="2765078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review of critical clinical code — CDS Hooks, EHR integrations, FHIR APIs, encryption.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5603" y="3068687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00613" y="31222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86350" y="3122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272088" y="3122265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Security Gates (Snyk + SonarQube)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72088" y="3239356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Pipeline-embedded security — SAST, SCA, secrets scanning, PHI detection via AWS Macie.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5603" y="3542965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00613" y="359654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86350" y="35965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272088" y="3596543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HIPAA/HITRUST Compliance Scanning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72088" y="3713634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scanning aligned to HIPAA Security Rule, HITRUST CSF, and FDA 21 CFR Part 11.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521065" cy="2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035062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cloud, platform-specific VAPT per industry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34581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506550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713719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389970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389970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2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689872" y="1345816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2031" y="1463687"/>
            <a:ext cx="28717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5603" y="1645853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0613" y="1699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86350" y="1699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72088" y="1699431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System VAPT (Epic/Cerner)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72088" y="1816522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Penetration testing of EHR systems — clinical data, access control, audit integrity, FHIR APIs.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5603" y="2120131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00613" y="217370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86350" y="21737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272088" y="2173709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 Information Exchange VAPT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72088" y="2290800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for HIE platforms via Redox — FHIR APIs, participant trust, data exchange security.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5603" y="2594409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0613" y="264798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86350" y="26479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272088" y="2647987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Device VAPT (FDA Premarket)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72088" y="2765078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connected medical devices — infusion pumps, monitors, imaging per FDA premarket guidance.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5603" y="3068687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00613" y="31222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86350" y="3122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272088" y="3122265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Trial System VAPT (Veeva Vault)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72088" y="3239356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Veeva Vault CTMS — protocol integrity, eCOA, ePRO, regulatory submission data.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5603" y="3542965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00613" y="359654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86350" y="35965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272088" y="3596543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Telehealth Platform VAPT (Twilio + Epic)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72088" y="3713634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for telehealth platforms — video consults, e-prescribing, remote monitoring via Twilio.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035062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testing, capacity planning, bottleneck analysis.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34581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506550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713719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389970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389970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3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689872" y="1345816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2031" y="1463687"/>
            <a:ext cx="28717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5603" y="1645853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0613" y="1699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86350" y="1699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72088" y="1699431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Load Testing (Epic Cypress)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72088" y="1816522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 testing Epic EHR under peak clinical load — morning rounds, admissions, discharges via JMeter.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5603" y="2120131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00613" y="217370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86350" y="21737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272088" y="2173709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 Performance (MyChart)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72088" y="2290800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of Epic MyChart — open enrollment, appointment booking peaks via k6.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5603" y="2594409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0613" y="264798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86350" y="26479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272088" y="2647987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Decision Support Performance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72088" y="2765078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of Epic CDS Hooks — real-time alerts, evidence lookups at point of care.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5603" y="3068687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00613" y="31222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86350" y="3122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272088" y="3122265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 Information Exchange Scalability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72088" y="3239356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Scalability testing of Redox HIE platforms — FHIR API throughput, participant volume via Locust.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5603" y="3542965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00613" y="359654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86350" y="35965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272088" y="3596543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Imaging Performance (DICOM)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72088" y="3713634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of imaging systems — DICOM throughput, image rendering via dcm4che.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035062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continuous testing in CI/CD.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345816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2944" y="1506550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2944" y="1713719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3899706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2944" y="3899706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4 OF 6 · HEALTHCARE &amp; PHARMA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689872" y="1345816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2031" y="1463687"/>
            <a:ext cx="28717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5603" y="1645853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0613" y="1699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86350" y="1699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72088" y="1699431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Functional Automation (Epic Cypress)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72088" y="1816522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functional testing of Epic — order entry, results, documentation, billing via Epic Cypress.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5603" y="2120131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00613" y="217370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86350" y="21737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272088" y="2173709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Workflow Automation (Selenium)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72088" y="2290800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automation of clinical workflows — referral, admission, discharge via Selenium.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5603" y="2594409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0613" y="264798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86350" y="26479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272088" y="2647987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 Automation (Appium)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72088" y="2765078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functional testing of Epic MyChart across iOS/Android device matrices via Appium.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5603" y="3068687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00613" y="31222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86350" y="3122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272088" y="3122265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FHIR API Test Automation (Postman + Pact)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72088" y="3239356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contract and functional testing of FHIR R4 APIs — conformance, interoperability.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5603" y="3542965"/>
            <a:ext cx="286464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00613" y="359654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86350" y="359654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272088" y="3596543"/>
            <a:ext cx="2452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Testing in Healthcare CI/CD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72088" y="3713634"/>
            <a:ext cx="2343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Shift-left test automation embedded in healthcare CI/CD pipelines via GitLab CI.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486775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healthcare &amp; pharma.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26087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568053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582341"/>
            <a:ext cx="4000500" cy="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1278" y="156805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99323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922" y="156805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944" y="175379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4190558" y="17841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692944" y="2025253"/>
            <a:ext cx="3643313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 (Epic + Azure OpenAI)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92944" y="2473747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EHR clinical documentation via Azure OpenAI + Nuance DAX — discharge summaries, clinical notes.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9150" y="1568053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29150" y="1582341"/>
            <a:ext cx="4000500" cy="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56805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9150" y="299323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2722" y="156805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7744" y="175379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21" name="Text 19"/>
          <p:cNvSpPr/>
          <p:nvPr/>
        </p:nvSpPr>
        <p:spPr>
          <a:xfrm>
            <a:off x="8305358" y="17841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4807744" y="2025253"/>
            <a:ext cx="3643313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 (MyChart + Salesforce Health Cloud)</a:t>
            </a:r>
            <a:endParaRPr lang="en-US" sz="1238" dirty="0"/>
          </a:p>
        </p:txBody>
      </p:sp>
      <p:sp>
        <p:nvSpPr>
          <p:cNvPr id="23" name="Text 21"/>
          <p:cNvSpPr/>
          <p:nvPr/>
        </p:nvSpPr>
        <p:spPr>
          <a:xfrm>
            <a:off x="4807744" y="2473747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telehealth, care navigation via Epic MyChart + Salesforce Health Cloud + Twilio.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350" y="3111103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14350" y="3125391"/>
            <a:ext cx="4000500" cy="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1278" y="311110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4350" y="453628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7922" y="311110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944" y="329684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30" name="Text 28"/>
          <p:cNvSpPr/>
          <p:nvPr/>
        </p:nvSpPr>
        <p:spPr>
          <a:xfrm>
            <a:off x="4190558" y="332720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692944" y="3568303"/>
            <a:ext cx="3643313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 (Epic Cogito)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692944" y="4016797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 via Epic Cogito analytics + Power BI dashboards.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29150" y="3111103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29150" y="3125391"/>
            <a:ext cx="4000500" cy="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6078" y="311110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29150" y="453628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2722" y="3111103"/>
            <a:ext cx="0" cy="14287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7744" y="329684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39" name="Text 37"/>
          <p:cNvSpPr/>
          <p:nvPr/>
        </p:nvSpPr>
        <p:spPr>
          <a:xfrm>
            <a:off x="8305358" y="332720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4807744" y="3568303"/>
            <a:ext cx="3643313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 (Veeva Vault + Medidata)</a:t>
            </a:r>
            <a:endParaRPr lang="en-US" sz="1238" dirty="0"/>
          </a:p>
        </p:txBody>
      </p:sp>
      <p:sp>
        <p:nvSpPr>
          <p:cNvPr id="41" name="Text 39"/>
          <p:cNvSpPr/>
          <p:nvPr/>
        </p:nvSpPr>
        <p:spPr>
          <a:xfrm>
            <a:off x="4807744" y="4016797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 via Veeva Vault CDMS + Medidata Clinical Cloud.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486775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 — healthcare &amp; pharma.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26087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71625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575197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575197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575197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64481" y="1732645"/>
            <a:ext cx="93527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64481" y="1744861"/>
            <a:ext cx="93527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HIPAA Security Rule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85479" y="1732645"/>
            <a:ext cx="67240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15465" y="1744861"/>
            <a:ext cx="81243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HITRUST CSF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43610" y="1732645"/>
            <a:ext cx="92500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43610" y="1744861"/>
            <a:ext cx="9250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FDA 21 CFR Part 11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54339" y="1732645"/>
            <a:ext cx="56703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05970" y="1744861"/>
            <a:ext cx="66377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27001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200275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203847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446609" y="2203847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203847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64481" y="2361295"/>
            <a:ext cx="81249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64481" y="2373511"/>
            <a:ext cx="81249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Veracode (SAST)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62696" y="2361295"/>
            <a:ext cx="86584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62696" y="2373511"/>
            <a:ext cx="86584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Suite (DAST)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14266" y="2361295"/>
            <a:ext cx="79429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14266" y="2373511"/>
            <a:ext cx="7942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VAPT (Epic)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4287" y="2361295"/>
            <a:ext cx="99633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94287" y="2373511"/>
            <a:ext cx="99633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Device (FDA)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828925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832497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446609" y="2832497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832497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64481" y="2989945"/>
            <a:ext cx="84720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64481" y="3002161"/>
            <a:ext cx="8472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JMeter (Epic EHR)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97410" y="2989945"/>
            <a:ext cx="91998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497410" y="3002161"/>
            <a:ext cx="91998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k6 (MyChart Portal)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03116" y="2989945"/>
            <a:ext cx="76706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31275" y="3002161"/>
            <a:ext cx="91074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CDS Hooks Perf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55902" y="2989945"/>
            <a:ext cx="90681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55902" y="3002161"/>
            <a:ext cx="90681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DICOM Throughput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457575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461147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446609" y="3461147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461147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68053" y="3634383"/>
            <a:ext cx="1142219" cy="196453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64481" y="3630811"/>
            <a:ext cx="1192225" cy="284295"/>
          </a:xfrm>
          <a:prstGeom prst="rect">
            <a:avLst/>
          </a:prstGeom>
          <a:noFill/>
          <a:ln/>
        </p:spPr>
        <p:txBody>
          <a:bodyPr wrap="square" lIns="71438" tIns="35719" rIns="71438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Cypress (Functional)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2799569" y="3618595"/>
            <a:ext cx="101162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799569" y="3630811"/>
            <a:ext cx="101162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Selenium (Workflows)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96916" y="3618595"/>
            <a:ext cx="87544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896916" y="3630811"/>
            <a:ext cx="87544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Appium (MyChart)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58085" y="3618595"/>
            <a:ext cx="76449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58085" y="3630811"/>
            <a:ext cx="76449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Postman (FHIR)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4086225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4089797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446609" y="4089797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4089797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564481" y="4247245"/>
            <a:ext cx="83615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64481" y="4259461"/>
            <a:ext cx="83615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(HIPAA)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486360" y="4247245"/>
            <a:ext cx="99923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486360" y="4259461"/>
            <a:ext cx="99923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Datadog (Monitoring)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574889" y="4263033"/>
            <a:ext cx="1196467" cy="196453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571317" y="4259461"/>
            <a:ext cx="1246473" cy="284295"/>
          </a:xfrm>
          <a:prstGeom prst="rect">
            <a:avLst/>
          </a:prstGeom>
          <a:noFill/>
          <a:ln/>
        </p:spPr>
        <p:txBody>
          <a:bodyPr wrap="square" lIns="71438" tIns="35719" rIns="71438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PagerDuty (Patient Safety)</a:t>
            </a:r>
            <a:endParaRPr lang="en-US" sz="619" dirty="0"/>
          </a:p>
        </p:txBody>
      </p:sp>
      <p:sp>
        <p:nvSpPr>
          <p:cNvPr id="64" name="Text 62"/>
          <p:cNvSpPr/>
          <p:nvPr/>
        </p:nvSpPr>
        <p:spPr>
          <a:xfrm>
            <a:off x="4860652" y="4247245"/>
            <a:ext cx="72855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768358" y="4259461"/>
            <a:ext cx="91314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HITRUST Audit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486775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00369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31445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446609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1621631"/>
            <a:ext cx="1700213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35794" y="186161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097360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226166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794" y="2458120"/>
            <a:ext cx="1700213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5794" y="35361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794" y="3532584"/>
            <a:ext cx="1700213" cy="2143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31445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93194" y="1446609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3194" y="1621631"/>
            <a:ext cx="1700213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2693194" y="186161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3194" y="2097360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93194" y="226166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3194" y="2458120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93194" y="35361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3194" y="3532584"/>
            <a:ext cx="1700213" cy="2143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31445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0594" y="1446609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0594" y="1621631"/>
            <a:ext cx="1700213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4750594" y="186161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0594" y="2097360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0594" y="226166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0594" y="2458120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0594" y="35361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0594" y="3532584"/>
            <a:ext cx="1700213" cy="2143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314450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07994" y="1446609"/>
            <a:ext cx="170021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07994" y="1621631"/>
            <a:ext cx="170021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807994" y="186161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07994" y="2097360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07994" y="2261667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07994" y="2458120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07994" y="35361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7994" y="3532584"/>
            <a:ext cx="1700212" cy="214313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HEALTHCARE &amp; PHARMA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3659"/>
            <a:ext cx="8486775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00369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310878"/>
            <a:ext cx="3986213" cy="1285875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31445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310878"/>
            <a:ext cx="0" cy="12858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59318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310878"/>
            <a:ext cx="0" cy="128587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375" y="1460897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4375" y="1696641"/>
            <a:ext cx="371732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security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714375" y="1971675"/>
            <a:ext cx="36075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aligned to industry regulatory frameworks — not generic IT security.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43438" y="1310878"/>
            <a:ext cx="3986213" cy="1285875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31445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310878"/>
            <a:ext cx="0" cy="12858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59318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310878"/>
            <a:ext cx="0" cy="128587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3463" y="1460897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3463" y="1696641"/>
            <a:ext cx="360759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Platform-aware testing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4843463" y="1971675"/>
            <a:ext cx="3607594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on industry-specific platforms (Epic, Canvas, Temenos, Guidewire) — not generic apps.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739628"/>
            <a:ext cx="3986213" cy="1285875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74320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739628"/>
            <a:ext cx="0" cy="12858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402193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739628"/>
            <a:ext cx="0" cy="128587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375" y="2889647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4375" y="3125391"/>
            <a:ext cx="360759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validation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714375" y="3400425"/>
            <a:ext cx="3607594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AI testing — model accuracy, bias, hallucination, safety per regulatory standards.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2739628"/>
            <a:ext cx="3986213" cy="1285875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74320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739628"/>
            <a:ext cx="0" cy="12858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402193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739628"/>
            <a:ext cx="0" cy="1285875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3463" y="2889647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3463" y="3125391"/>
            <a:ext cx="360759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Shift-everywhere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4843463" y="3400425"/>
            <a:ext cx="36075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in every sprint, every pipeline, every release — not a gate before go-live.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1143000"/>
            <a:ext cx="7144" cy="3143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391495" y="1714500"/>
            <a:ext cx="100955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238" dirty="0"/>
          </a:p>
        </p:txBody>
      </p:sp>
      <p:sp>
        <p:nvSpPr>
          <p:cNvPr id="5" name="Text 2"/>
          <p:cNvSpPr/>
          <p:nvPr/>
        </p:nvSpPr>
        <p:spPr>
          <a:xfrm>
            <a:off x="7362492" y="2131628"/>
            <a:ext cx="103855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238" dirty="0"/>
          </a:p>
        </p:txBody>
      </p:sp>
      <p:sp>
        <p:nvSpPr>
          <p:cNvPr id="6" name="Text 3"/>
          <p:cNvSpPr/>
          <p:nvPr/>
        </p:nvSpPr>
        <p:spPr>
          <a:xfrm>
            <a:off x="7731395" y="2548756"/>
            <a:ext cx="66965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742950" y="1714500"/>
            <a:ext cx="6519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2950" y="1960959"/>
            <a:ext cx="5100638" cy="421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742950" y="2409565"/>
            <a:ext cx="5693283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742950" y="30010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42950" y="3193926"/>
            <a:ext cx="524637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2950" y="3408238"/>
            <a:ext cx="524637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950" y="4754166"/>
            <a:ext cx="31322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889437" y="4750594"/>
            <a:ext cx="26822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59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  <p:pic>
        <p:nvPicPr>
          <p:cNvPr id="17" name="Image 1" descr="/tmp/h2p-fit-1790845578741-ajw24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2026-10-01T09:06:18Z</dcterms:created>
  <dcterms:modified xsi:type="dcterms:W3CDTF">2026-10-01T09:06:18Z</dcterms:modified>
</cp:coreProperties>
</file>