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bfsi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2180" y="628650"/>
            <a:ext cx="39362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AND TRANSFORMATION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714500"/>
            <a:ext cx="44878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1975247"/>
            <a:ext cx="3803489" cy="139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3401430"/>
            <a:ext cx="3803489" cy="10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2950" y="4637968"/>
            <a:ext cx="3803489" cy="50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Digital Engineering &amp; Transformation Services for BFSI &amp; Insurance.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5117939" y="1771650"/>
            <a:ext cx="402606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Product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117939" y="1939528"/>
            <a:ext cx="354576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&amp; platform engineering.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17939" y="2316696"/>
            <a:ext cx="402606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Cloud-Native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17939" y="2484574"/>
            <a:ext cx="328311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serverless, platforms.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17939" y="2861742"/>
            <a:ext cx="4026061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Application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17939" y="3029620"/>
            <a:ext cx="354576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Modernization, APIs, integration &amp; DevSecOps.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199" y="14288"/>
            <a:ext cx="3769444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858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75134"/>
            <a:ext cx="75723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6466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071688"/>
            <a:ext cx="4270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14413" y="23788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1257300" y="2364581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57300" y="2502098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1014413" y="28731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257300" y="2858839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57300" y="2996357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1014413" y="336738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257300" y="3353098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57300" y="3490615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1014413" y="386164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257300" y="3847356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57300" y="3984873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5086350" y="2071688"/>
            <a:ext cx="3779758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86350" y="2400300"/>
            <a:ext cx="3143250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bfsi &amp; insurance requires industry-specific capability, not generic technology. The right approach connects digital engineering &amp; transformation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86350" y="4086225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14288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57519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digital engineering &amp; transformation spectrum.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1538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1128713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03884" y="17180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843213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3100388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75559" y="17180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4814888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5072063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47234" y="17180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6786563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7043738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7250" y="2528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2983743" y="2544961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7250" y="2743200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250" y="2911078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38488" y="2528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5564981" y="2544961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38488" y="2743200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38488" y="2911078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9726" y="2528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8146331" y="2544961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9726" y="2743200"/>
            <a:ext cx="24483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19726" y="2911078"/>
            <a:ext cx="226702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7250" y="35290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2983743" y="3545086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7250" y="3743325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7250" y="3911203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38488" y="35290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5564981" y="3545086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38488" y="3743325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38488" y="3911203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user research, information architecture, interaction design, design systems.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9726" y="35290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8146331" y="3545086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19726" y="3743325"/>
            <a:ext cx="24483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19726" y="3911203"/>
            <a:ext cx="226702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pipelines, DevOps/DevSecOps, solution architecture, engineering standards, scalability.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6738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bfsi &amp; insurance environments. We bring together the digital engineering &amp;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33603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bfsi &amp; insurance environments. We bring together the digital engineering &amp;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65079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bfsi &amp; insurance environments. We bring together the digital engineering &amp;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89216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bfsi &amp; insurance environments. We bring together the digital engineering &amp;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104937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BFSI &amp; INSURANCE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bfsi &amp; insurance.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57519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digital engineering &amp; transformation creates measurable value.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0716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92947" y="2096691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343150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Intelligence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914400" y="2603116"/>
            <a:ext cx="342185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Claims, underwriting, KYC, policy and contract document processing at scale.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807744" y="20716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8121627" y="2096691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4807744" y="2343150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4807744" y="2603116"/>
            <a:ext cx="34218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identification, predictive risk scoring, real-time transaction monitoring.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31168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4183060" y="3336689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914400" y="3583149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Intelligence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914400" y="3843114"/>
            <a:ext cx="342185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360, next-best-action, retention modeling, personalized servicing.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807744" y="331168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0" name="Text 18"/>
          <p:cNvSpPr/>
          <p:nvPr/>
        </p:nvSpPr>
        <p:spPr>
          <a:xfrm>
            <a:off x="8102910" y="3336689"/>
            <a:ext cx="2027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7744" y="3583149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4807744" y="3843114"/>
            <a:ext cx="34218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reporting, audit trails, transaction surveillance, regulatory change management.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14288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57519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643063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1828800"/>
            <a:ext cx="39381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8588" y="1828800"/>
            <a:ext cx="47991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6012" y="1828800"/>
            <a:ext cx="54443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64296" y="1828800"/>
            <a:ext cx="107442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Systems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2950" y="2228850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2950" y="2414588"/>
            <a:ext cx="91024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5998" y="2414588"/>
            <a:ext cx="37988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32818" y="2414588"/>
            <a:ext cx="88735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Apps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26333" y="2414588"/>
            <a:ext cx="85804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Modules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2950" y="2814638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2950" y="3000375"/>
            <a:ext cx="50545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4066" y="3000375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25661" y="3000375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86236" y="3000375"/>
            <a:ext cx="141128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2950" y="3400425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2950" y="3586163"/>
            <a:ext cx="84627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1415" y="3586163"/>
            <a:ext cx="73494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Bus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11983" y="3586163"/>
            <a:ext cx="76869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04257" y="3586163"/>
            <a:ext cx="10514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2950" y="3986213"/>
            <a:ext cx="804100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2950" y="4171950"/>
            <a:ext cx="51585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5830" y="4171950"/>
            <a:ext cx="7583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9286" y="4171950"/>
            <a:ext cx="45448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13322" y="4171950"/>
            <a:ext cx="88761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8624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318022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185737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9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29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2950" y="2382441"/>
            <a:ext cx="1828800" cy="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2950" y="3080296"/>
            <a:ext cx="2340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860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86050" y="1857375"/>
            <a:ext cx="192024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860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860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86050" y="2382441"/>
            <a:ext cx="18288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6050" y="2966442"/>
            <a:ext cx="214335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185737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9150" y="2382441"/>
            <a:ext cx="18288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9150" y="2966442"/>
            <a:ext cx="2340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722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72250" y="1857375"/>
            <a:ext cx="192024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722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722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72250" y="2382441"/>
            <a:ext cx="18288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72250" y="2966442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35100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914525"/>
            <a:ext cx="601218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85975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950" y="2257425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not bolted on, engineered in.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3438" y="1914525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2085975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3438" y="2257425"/>
            <a:ext cx="37576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platforms that compound productivity.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2950" y="3200400"/>
            <a:ext cx="601218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2950" y="3371850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2950" y="3543300"/>
            <a:ext cx="37576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Legacy-to-microservices with engineering discipline.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3200400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3438" y="3371850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3438" y="3543300"/>
            <a:ext cx="37576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pipeline, not a gate before release.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5647" y="14288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bfsi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68726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2003822"/>
            <a:ext cx="5376649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423852"/>
            <a:ext cx="6001364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3243932"/>
            <a:ext cx="55302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458245"/>
            <a:ext cx="55302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97837" y="2593181"/>
            <a:ext cx="9282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7679308" y="2986088"/>
            <a:ext cx="95269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7934362" y="3378994"/>
            <a:ext cx="61602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2026-10-01T03:58:50Z</dcterms:created>
  <dcterms:modified xsi:type="dcterms:W3CDTF">2026-10-01T03:58:50Z</dcterms:modified>
</cp:coreProperties>
</file>