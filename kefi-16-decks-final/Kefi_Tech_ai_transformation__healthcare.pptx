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ai_transformation__healthcare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572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72349" y="628650"/>
            <a:ext cx="22133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AI TRANSFORMATION SERVICES · 2026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1685925"/>
            <a:ext cx="490689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Healthcare &amp; Pharma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2950" y="1985963"/>
            <a:ext cx="4770596" cy="4479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7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42950" y="2461357"/>
            <a:ext cx="4770596" cy="1026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44"/>
              </a:lnSpc>
              <a:buNone/>
            </a:pPr>
            <a:r>
              <a:rPr lang="en-US" sz="3600" b="1" spc="-7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Healthcare &amp; Pharma.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42950" y="3597883"/>
            <a:ext cx="4143375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capability brief on Kefi Tech AI Transformation Services for Healthcare &amp; Pharma.</a:t>
            </a:r>
            <a:endParaRPr lang="en-US" sz="1238" dirty="0"/>
          </a:p>
        </p:txBody>
      </p:sp>
      <p:sp>
        <p:nvSpPr>
          <p:cNvPr id="8" name="Text 5"/>
          <p:cNvSpPr/>
          <p:nvPr/>
        </p:nvSpPr>
        <p:spPr>
          <a:xfrm>
            <a:off x="6572250" y="2507456"/>
            <a:ext cx="95590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9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572250" y="2357438"/>
            <a:ext cx="11855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572250" y="2993231"/>
            <a:ext cx="717877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9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572250" y="2843213"/>
            <a:ext cx="8215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572250" y="3479006"/>
            <a:ext cx="91227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9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572250" y="3328988"/>
            <a:ext cx="11313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7199" y="14288"/>
            <a:ext cx="2198002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12 · AI Transformation Services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Healthcare &amp; Pharma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7858125" cy="50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Healthcare &amp; Pharma balances patient outcomes, regulatory compliance and operational efficiency.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0" y="765721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privacy, clinical accuracy, regulatory oversight and patient experience define every technology decision.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7163" y="1230064"/>
            <a:ext cx="398106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Healthcare &amp; Pharma Needs This Now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2888" y="158010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42913" y="1572964"/>
            <a:ext cx="3579876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2913" y="1698650"/>
            <a:ext cx="3314700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0" name="Text 8"/>
          <p:cNvSpPr/>
          <p:nvPr/>
        </p:nvSpPr>
        <p:spPr>
          <a:xfrm>
            <a:off x="242888" y="201576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42913" y="2008622"/>
            <a:ext cx="3579876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2913" y="2134307"/>
            <a:ext cx="3314700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242888" y="245142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42913" y="2444279"/>
            <a:ext cx="3579876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2913" y="2569964"/>
            <a:ext cx="3314700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242888" y="288708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42913" y="2879936"/>
            <a:ext cx="3579876" cy="98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2913" y="3005621"/>
            <a:ext cx="3314700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4343400" y="1244352"/>
            <a:ext cx="48006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AI Transformation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43400" y="1515814"/>
            <a:ext cx="4629150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applied to healthcare &amp; pharma requires industry-specific capability, not generic technology. The right approach connects ai transformation to the regulatory, operational and customer realities that define healthcare &amp; pharma.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43400" y="3344614"/>
            <a:ext cx="1656368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0" y="3673227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7199" y="3673227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5647" y="3673227"/>
            <a:ext cx="111838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across the complete lifecycle.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429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covering the full ai transformation spectrum.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0013" y="97467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85750" y="921544"/>
            <a:ext cx="65703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85750" y="1032272"/>
            <a:ext cx="626078" cy="12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04616" y="835819"/>
            <a:ext cx="241771" cy="392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2446400" y="97467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2602657" y="921544"/>
            <a:ext cx="5894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32137" y="1032272"/>
            <a:ext cx="623966" cy="12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51114" y="835819"/>
            <a:ext cx="241771" cy="392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4792898" y="97467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978636" y="921544"/>
            <a:ext cx="70950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78636" y="1032272"/>
            <a:ext cx="676085" cy="12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97501" y="835819"/>
            <a:ext cx="241771" cy="392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7139285" y="97467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7325023" y="921544"/>
            <a:ext cx="61384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25023" y="1032272"/>
            <a:ext cx="584930" cy="12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300" y="148333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2747218" y="1470831"/>
            <a:ext cx="2068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300" y="1667284"/>
            <a:ext cx="2900284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4300" y="1815852"/>
            <a:ext cx="2762176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Copilots, knowledge assistants, conversational AI, document intelligence, multimodal AI.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190801" y="148333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5823831" y="1470831"/>
            <a:ext cx="2068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190801" y="1667284"/>
            <a:ext cx="2900402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190801" y="1815852"/>
            <a:ext cx="2762287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agents, multi-agent systems, autonomous workflows, human-in-the-loop processes.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67413" y="148333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8900331" y="1470831"/>
            <a:ext cx="2068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67413" y="1667284"/>
            <a:ext cx="2876587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67413" y="1815852"/>
            <a:ext cx="2762176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applications, enterprise search, vector search, knowledge assistants.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4300" y="242630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2747218" y="2413806"/>
            <a:ext cx="2068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4300" y="2610259"/>
            <a:ext cx="2983150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4300" y="2758827"/>
            <a:ext cx="2762176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analytics, forecasting, classification, recommendation engines, anomaly detection.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190801" y="242630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5823831" y="2413806"/>
            <a:ext cx="2068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190801" y="2610259"/>
            <a:ext cx="2900402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Engineering &amp; LLMOps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190801" y="2758827"/>
            <a:ext cx="2762287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lifecycle, versioning, monitoring, evaluation, observability, scalable infrastructure.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67413" y="242630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8900331" y="2413806"/>
            <a:ext cx="2068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67413" y="2610259"/>
            <a:ext cx="2876587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Responsible AI &amp; Governance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67413" y="2758827"/>
            <a:ext cx="2762176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governance, privacy, security, guardrails, bias assessment, explainability.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0" y="3185331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7199" y="3185331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08787" y="3185331"/>
            <a:ext cx="89510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863600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429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Copilots, knowledge assistants, conversational AI, document intelligence, multimodal AI.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5738" y="1035844"/>
            <a:ext cx="425321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5738" y="1307306"/>
            <a:ext cx="362902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generative ai solutions capability is engineered for healthcare &amp; pharma environments. We bring together the ai transformation discipline, the healthcare &amp; pharma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5738" y="3107531"/>
            <a:ext cx="109862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29113" y="1007269"/>
            <a:ext cx="48148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0550" y="136579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00575" y="13604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4800600" y="1321594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00600" y="1431541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healthcare &amp; pharma.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00550" y="1743633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0575" y="17382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4800600" y="1699431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00600" y="1809378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healthcare &amp; pharma.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00550" y="212147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00575" y="21161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4800600" y="2077269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0600" y="2187215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healthcare &amp; pharma.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00550" y="249930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00575" y="24939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4800600" y="2455106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0600" y="2565053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healthcare &amp; pharma.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00550" y="287714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00575" y="28717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4800600" y="2832943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2942890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healthcare &amp; pharma.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0" y="3450431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450431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450431"/>
            <a:ext cx="147732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Generative AI Solutions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863600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429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agents, multi-agent systems, autonomous workflows, human-in-the-loop processes.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5738" y="1035844"/>
            <a:ext cx="425321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5738" y="1307306"/>
            <a:ext cx="362902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agentic ai &amp; automation capability is engineered for healthcare &amp; pharma environments. We bring together the ai transformation discipline, the healthcare &amp; pharma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5738" y="3107531"/>
            <a:ext cx="109862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29113" y="1007269"/>
            <a:ext cx="48148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0550" y="136579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00575" y="13604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4800600" y="1321594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00600" y="1431541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healthcare &amp; pharma.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00550" y="1743633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0575" y="17382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4800600" y="1699431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00600" y="1809378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healthcare &amp; pharma.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00550" y="212147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00575" y="21161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4800600" y="2077269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0600" y="2187215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healthcare &amp; pharma.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00550" y="249930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00575" y="24939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4800600" y="2455106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0600" y="2565053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healthcare &amp; pharma.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00550" y="287714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00575" y="28717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4800600" y="2832943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2942890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healthcare &amp; pharma.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0" y="3450431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450431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450431"/>
            <a:ext cx="147909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&amp;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429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applications, enterprise search, vector search, knowledge assistants.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5738" y="1035844"/>
            <a:ext cx="425321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5738" y="1307306"/>
            <a:ext cx="362902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enterprise knowledge &amp; rag capability is engineered for healthcare &amp; pharma environments. We bring together the ai transformation discipline, the healthcare &amp; pharma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5738" y="3107531"/>
            <a:ext cx="109862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29113" y="1007269"/>
            <a:ext cx="48148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0550" y="136579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00575" y="13604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4800600" y="1321594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00600" y="1431541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healthcare &amp; pharma.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00550" y="1743633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0575" y="17382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4800600" y="1699431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00600" y="1809378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healthcare &amp; pharma.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00550" y="212147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00575" y="21161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4800600" y="2077269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0600" y="2187215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healthcare &amp; pharma.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00550" y="249930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00575" y="24939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4800600" y="2455106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0600" y="2565053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healthcare &amp; pharma.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00550" y="287714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00575" y="28717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4800600" y="2832943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2942890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healthcare &amp; pharma.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0" y="3450431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450431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450431"/>
            <a:ext cx="1786321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Knowledge &amp; RAG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429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analytics, forecasting, classification, recommendation engines, anomaly detection.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5738" y="1035844"/>
            <a:ext cx="425321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5738" y="1307306"/>
            <a:ext cx="362902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ai/ml &amp; predictive intelligence capability is engineered for healthcare &amp; pharma environments. We bring together the ai transformation discipline, the healthcare &amp; pharma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5738" y="3107531"/>
            <a:ext cx="109862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29113" y="1007269"/>
            <a:ext cx="48148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00550" y="136579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00575" y="13604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4800600" y="1321594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00600" y="1431541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healthcare &amp; pharma.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00550" y="1743633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00575" y="17382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4800600" y="1699431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00600" y="1809378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healthcare &amp; pharma.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00550" y="212147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00575" y="21161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4800600" y="2077269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0600" y="2187215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healthcare &amp; pharma.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00550" y="249930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00575" y="249395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4800600" y="2455106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0600" y="2565053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healthcare &amp; pharma.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00550" y="287714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00575" y="28717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4800600" y="2832943"/>
            <a:ext cx="434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2942890"/>
            <a:ext cx="41148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healthcare &amp; pharma.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0" y="3450431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450431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450431"/>
            <a:ext cx="1878422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AI/ML &amp; Predictive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 · Healthcare &amp; Pharma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ai transformation applies to healthcare &amp; pharma.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429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where ai transformation creates measurable value.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7163" y="9929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7" name="Text 5"/>
          <p:cNvSpPr/>
          <p:nvPr/>
        </p:nvSpPr>
        <p:spPr>
          <a:xfrm>
            <a:off x="4320406" y="101798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7163" y="1250156"/>
            <a:ext cx="4536567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Document Intelligence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157163" y="1481547"/>
            <a:ext cx="4200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Medical records, clinical trials, regulatory submissions, claims processing at scale.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786313" y="9929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969" dirty="0"/>
          </a:p>
        </p:txBody>
      </p:sp>
      <p:sp>
        <p:nvSpPr>
          <p:cNvPr id="11" name="Text 9"/>
          <p:cNvSpPr/>
          <p:nvPr/>
        </p:nvSpPr>
        <p:spPr>
          <a:xfrm>
            <a:off x="8880531" y="1017984"/>
            <a:ext cx="1813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4786313" y="1250156"/>
            <a:ext cx="43576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Engagement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4786313" y="1481547"/>
            <a:ext cx="4200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portals, conversational AI, care navigation, personalized health experiences.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57163" y="217884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969" dirty="0"/>
          </a:p>
        </p:txBody>
      </p:sp>
      <p:sp>
        <p:nvSpPr>
          <p:cNvPr id="15" name="Text 13"/>
          <p:cNvSpPr/>
          <p:nvPr/>
        </p:nvSpPr>
        <p:spPr>
          <a:xfrm>
            <a:off x="4206968" y="2203847"/>
            <a:ext cx="254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III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157163" y="2436019"/>
            <a:ext cx="4536567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Decision Support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157163" y="2667409"/>
            <a:ext cx="4200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Resource allocation, capacity planning, staffing optimization, supply chain.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786313" y="217884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8872203" y="2203847"/>
            <a:ext cx="1811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IV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86313" y="2436019"/>
            <a:ext cx="4357688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&amp; RWE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4786313" y="2667409"/>
            <a:ext cx="4200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research support, RWE analytics, drug safety surveillance, trial recruitment.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0" y="3136106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7199" y="3136106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5647" y="3136106"/>
            <a:ext cx="141193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ai transformation.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429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from foundation through consumption.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864394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0" y="1050131"/>
            <a:ext cx="60174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Copilots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9138" y="1050131"/>
            <a:ext cx="7548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Assistants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197" y="1050131"/>
            <a:ext cx="50934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47515" y="1050131"/>
            <a:ext cx="74809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Workflows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0" y="1578769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0" y="1764506"/>
            <a:ext cx="37847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5927" y="1764506"/>
            <a:ext cx="106958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Function Calling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24930" y="1764506"/>
            <a:ext cx="1591029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Multi-Agent Orchestration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34494" y="1764506"/>
            <a:ext cx="144412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Evaluation Harnesses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0" y="2293144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0" y="2478881"/>
            <a:ext cx="451132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1915" y="2478881"/>
            <a:ext cx="127444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Embedding Models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45716" y="2478881"/>
            <a:ext cx="76981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 Models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83519" y="2478881"/>
            <a:ext cx="122120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Fine-Tuned Models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0" y="3007519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0" y="3193256"/>
            <a:ext cx="91986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Vector Stores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8649" y="3193256"/>
            <a:ext cx="117502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Bases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37618" y="3193256"/>
            <a:ext cx="105153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Data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71217" y="3193256"/>
            <a:ext cx="13307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 Pipelines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0" y="3721894"/>
            <a:ext cx="86360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0" y="3907631"/>
            <a:ext cx="5735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LLMOps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5202" y="3907631"/>
            <a:ext cx="7548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2061" y="3907631"/>
            <a:ext cx="80820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51155" y="3907631"/>
            <a:ext cx="6145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0" y="4364831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4364831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28149" y="4364831"/>
            <a:ext cx="89510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operations.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429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835819"/>
            <a:ext cx="281635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0" y="1007269"/>
            <a:ext cx="281635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0" y="1178719"/>
            <a:ext cx="231028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0" y="1393031"/>
            <a:ext cx="257872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0" y="1607344"/>
            <a:ext cx="2200275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Transformation maturity assessment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90-day roadmap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0" y="2154287"/>
            <a:ext cx="281635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14575" y="835819"/>
            <a:ext cx="281635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14575" y="1007269"/>
            <a:ext cx="231028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14575" y="1178719"/>
            <a:ext cx="231028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14575" y="1393031"/>
            <a:ext cx="257872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14575" y="1607344"/>
            <a:ext cx="2200275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14575" y="2154287"/>
            <a:ext cx="257872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9150" y="835819"/>
            <a:ext cx="281635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9150" y="1007269"/>
            <a:ext cx="281635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29150" y="1178719"/>
            <a:ext cx="231028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9150" y="1393031"/>
            <a:ext cx="257872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29150" y="1607344"/>
            <a:ext cx="2200275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29150" y="2154287"/>
            <a:ext cx="281635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3725" y="835819"/>
            <a:ext cx="220027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3725" y="1007269"/>
            <a:ext cx="220027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3725" y="1178719"/>
            <a:ext cx="220027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43725" y="1393031"/>
            <a:ext cx="220027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3725" y="1607344"/>
            <a:ext cx="2200275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281"/>
              </a:spcAft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43725" y="2154287"/>
            <a:ext cx="220027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0" y="3421856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3421856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3421856"/>
            <a:ext cx="146230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00013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863600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228600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0" y="5429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healthcare &amp; pharma.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892969"/>
            <a:ext cx="72009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0" y="1064419"/>
            <a:ext cx="472559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0" y="1235869"/>
            <a:ext cx="45005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engineered for production from day one, not a model demo.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43438" y="892969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43438" y="1064419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Full-stack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43438" y="1235869"/>
            <a:ext cx="45005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 through operations — one team, one operating model.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0" y="2107406"/>
            <a:ext cx="720090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0" y="2278856"/>
            <a:ext cx="472559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depth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0" y="2450306"/>
            <a:ext cx="45005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capability matched to industry context, not generic AI.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43438" y="2107406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43438" y="2278856"/>
            <a:ext cx="4500563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Responsible 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43438" y="2450306"/>
            <a:ext cx="450056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Governance, security and compliance built in, not bolted on.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0" y="3193256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7199" y="3193256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5647" y="3193256"/>
            <a:ext cx="9298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ai_transformation__healthcare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858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714500"/>
            <a:ext cx="532489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42950" y="2014538"/>
            <a:ext cx="4770596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742950" y="2434568"/>
            <a:ext cx="5324894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742950" y="3054623"/>
            <a:ext cx="490689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2950" y="3283223"/>
            <a:ext cx="490689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563423" y="2382441"/>
            <a:ext cx="83762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1013" dirty="0"/>
          </a:p>
        </p:txBody>
      </p:sp>
      <p:sp>
        <p:nvSpPr>
          <p:cNvPr id="9" name="Text 6"/>
          <p:cNvSpPr/>
          <p:nvPr/>
        </p:nvSpPr>
        <p:spPr>
          <a:xfrm>
            <a:off x="7545595" y="2832497"/>
            <a:ext cx="8554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1013" dirty="0"/>
          </a:p>
        </p:txBody>
      </p:sp>
      <p:sp>
        <p:nvSpPr>
          <p:cNvPr id="10" name="Text 7"/>
          <p:cNvSpPr/>
          <p:nvPr/>
        </p:nvSpPr>
        <p:spPr>
          <a:xfrm>
            <a:off x="7785022" y="3282553"/>
            <a:ext cx="61602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65647" y="14288"/>
            <a:ext cx="2391728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2026-10-01T03:57:09Z</dcterms:created>
  <dcterms:modified xsi:type="dcterms:W3CDTF">2026-10-01T03:57:09Z</dcterms:modified>
</cp:coreProperties>
</file>