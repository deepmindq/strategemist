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0445" y="571500"/>
            <a:ext cx="23094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TRANSFORMATION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45588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2950" y="2014538"/>
            <a:ext cx="4558812" cy="92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2134530"/>
            <a:ext cx="4558812" cy="1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2425973"/>
            <a:ext cx="4341726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AI Transformation Services for Manufacturing.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97860" y="1893094"/>
            <a:ext cx="76744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93399" y="1771650"/>
            <a:ext cx="971907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93713" y="2715071"/>
            <a:ext cx="57159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98437" y="2593628"/>
            <a:ext cx="666869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44398" y="3536938"/>
            <a:ext cx="72090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252335" y="3415494"/>
            <a:ext cx="912971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249805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44660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00238"/>
            <a:ext cx="45561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1525" y="21788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1057275" y="2178844"/>
            <a:ext cx="367870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7275" y="2309217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1525" y="26191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057275" y="2619189"/>
            <a:ext cx="367870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7275" y="2749562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771525" y="30595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57275" y="3059534"/>
            <a:ext cx="367870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7275" y="3189908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771525" y="34998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57275" y="3499879"/>
            <a:ext cx="367870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7275" y="3630253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5226323" y="1900238"/>
            <a:ext cx="3689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26323" y="2107406"/>
            <a:ext cx="3231766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manufacturing requires industry-specific capability, not generic technology. The right approach connects ai transformation to the regulatory, operational and customer realities that define manufacturing.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26323" y="3986213"/>
            <a:ext cx="323176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7514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ai transformation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3185" y="17930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270360" y="1803797"/>
            <a:ext cx="994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96728" y="1782366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3218259" y="17930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3475434" y="1803797"/>
            <a:ext cx="8679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75559" y="1782366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5144393" y="17930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5401568" y="1803797"/>
            <a:ext cx="10206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54391" y="1782366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7285732" y="17930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7542907" y="1803797"/>
            <a:ext cx="958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8650" y="24288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2901951" y="245030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28650" y="2643188"/>
            <a:ext cx="2419276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8650" y="2806043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62251" y="24288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635663" y="245030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362251" y="2643188"/>
            <a:ext cx="241938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62251" y="2806043"/>
            <a:ext cx="241938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95963" y="24288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8369264" y="245030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095963" y="2643188"/>
            <a:ext cx="25290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95963" y="2806043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8650" y="34718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2901951" y="34932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28650" y="3686175"/>
            <a:ext cx="25290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8650" y="3849030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2251" y="34718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5635663" y="34932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362251" y="3686175"/>
            <a:ext cx="241938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62251" y="3849030"/>
            <a:ext cx="241938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versioning, monitoring, evaluation, observability, scalable infrastructure.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95963" y="34718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8369264" y="34932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095963" y="3686175"/>
            <a:ext cx="25290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95963" y="3849030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governance, privacy, security, guardrails, bias assessment, explainability.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6738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46534"/>
            <a:ext cx="852106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936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7363"/>
            <a:ext cx="5171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964531"/>
            <a:ext cx="402617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manufacturing environments. We bring together the ai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843338"/>
            <a:ext cx="402617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26323" y="1757363"/>
            <a:ext cx="39176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12048" y="2028825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83510" y="20288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826398" y="2028825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26398" y="214591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12048" y="243166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3510" y="24316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26398" y="243166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26398" y="254875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312048" y="283450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3510" y="28345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826398" y="283450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26398" y="295159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312048" y="323734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3510" y="3237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26398" y="323734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26398" y="335443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312048" y="364018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3510" y="36401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826398" y="364018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26398" y="3757278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63473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46534"/>
            <a:ext cx="852106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936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7363"/>
            <a:ext cx="5171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964531"/>
            <a:ext cx="402617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manufacturing environments. We bring together the ai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843338"/>
            <a:ext cx="402617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26323" y="1757363"/>
            <a:ext cx="39176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12048" y="2028825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83510" y="20288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826398" y="2028825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26398" y="214591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12048" y="243166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3510" y="24316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26398" y="243166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26398" y="254875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312048" y="283450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3510" y="28345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826398" y="283450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26398" y="295159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312048" y="323734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3510" y="3237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26398" y="323734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26398" y="335443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312048" y="364018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3510" y="36401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826398" y="364018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26398" y="3757278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66368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46534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936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7363"/>
            <a:ext cx="5171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964531"/>
            <a:ext cx="402617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manufacturing environments. We bring together the ai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843338"/>
            <a:ext cx="402617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26323" y="1757363"/>
            <a:ext cx="39176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12048" y="2028825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83510" y="20288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826398" y="2028825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26398" y="214591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12048" y="243166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3510" y="24316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26398" y="243166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26398" y="254875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312048" y="283450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3510" y="28345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826398" y="283450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26398" y="295159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312048" y="323734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3510" y="3237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26398" y="323734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26398" y="335443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312048" y="364018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3510" y="36401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826398" y="364018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26398" y="3757278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04321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46534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936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7363"/>
            <a:ext cx="5171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964531"/>
            <a:ext cx="402617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manufacturing environments. We bring together the ai transformation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843338"/>
            <a:ext cx="402617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26323" y="1757363"/>
            <a:ext cx="39176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12048" y="2028825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83510" y="20288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826398" y="2028825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26398" y="214591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12048" y="243166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3510" y="24316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26398" y="243166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26398" y="2548756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312048" y="2834506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3510" y="28345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826398" y="2834506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26398" y="295159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312048" y="323734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3510" y="3237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26398" y="323734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26398" y="3354437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312048" y="3640187"/>
            <a:ext cx="320040" cy="149629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3510" y="36401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826398" y="3640187"/>
            <a:ext cx="25459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26398" y="3757278"/>
            <a:ext cx="254596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16810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manufacturing.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922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ai transformation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1513" y="19002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313820" y="193059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1513" y="2171700"/>
            <a:ext cx="387048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1513" y="2380208"/>
            <a:ext cx="36861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 detection, visual inspection, safety monitoring, production line analytics.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786313" y="19002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8370746" y="1930598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4786313" y="2171700"/>
            <a:ext cx="387048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86313" y="2380208"/>
            <a:ext cx="3686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health monitoring, failure prediction, maintenance scheduling optimization.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1513" y="31003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4213201" y="3130748"/>
            <a:ext cx="236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671513" y="3371850"/>
            <a:ext cx="3981069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1513" y="3580358"/>
            <a:ext cx="36861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forecasting, inventory optimization, supplier risk, logistics visibility.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86313" y="31003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8347472" y="3130748"/>
            <a:ext cx="200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6313" y="3371850"/>
            <a:ext cx="387048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Copilots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6313" y="3580358"/>
            <a:ext cx="36861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Floor-worker assistants, knowledge access, workflow automation, quality intelligence.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7514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643063"/>
            <a:ext cx="11721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4363" y="1846659"/>
            <a:ext cx="473497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</a:t>
            </a:r>
            <a:endParaRPr lang="en-US" sz="619" dirty="0"/>
          </a:p>
        </p:txBody>
      </p:sp>
      <p:sp>
        <p:nvSpPr>
          <p:cNvPr id="9" name="Text 7"/>
          <p:cNvSpPr/>
          <p:nvPr/>
        </p:nvSpPr>
        <p:spPr>
          <a:xfrm>
            <a:off x="1124248" y="1846659"/>
            <a:ext cx="556096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Assistants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1716732" y="1846659"/>
            <a:ext cx="430746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59054" y="1846659"/>
            <a:ext cx="608625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350" y="2214563"/>
            <a:ext cx="11721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4363" y="2418159"/>
            <a:ext cx="321915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72666" y="2418159"/>
            <a:ext cx="784585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 Calling</a:t>
            </a:r>
            <a:endParaRPr lang="en-US" sz="619" dirty="0"/>
          </a:p>
        </p:txBody>
      </p:sp>
      <p:sp>
        <p:nvSpPr>
          <p:cNvPr id="15" name="Text 13"/>
          <p:cNvSpPr/>
          <p:nvPr/>
        </p:nvSpPr>
        <p:spPr>
          <a:xfrm>
            <a:off x="1793639" y="2418159"/>
            <a:ext cx="1170012" cy="229431"/>
          </a:xfrm>
          <a:prstGeom prst="rect">
            <a:avLst/>
          </a:prstGeom>
          <a:noFill/>
          <a:ln/>
        </p:spPr>
        <p:txBody>
          <a:bodyPr wrap="squar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Orchestration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3000040" y="2418159"/>
            <a:ext cx="1004255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Harnesses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514350" y="2786063"/>
            <a:ext cx="12801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4363" y="2989659"/>
            <a:ext cx="353504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4255" y="2989659"/>
            <a:ext cx="904801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 Models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1928833" y="2989659"/>
            <a:ext cx="603829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2440" y="2989659"/>
            <a:ext cx="873547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Fine-Tuned Models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514350" y="3357563"/>
            <a:ext cx="15801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4363" y="3561159"/>
            <a:ext cx="681224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Stores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1331975" y="3561159"/>
            <a:ext cx="846423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Bases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2214786" y="3561159"/>
            <a:ext cx="774092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Data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3025267" y="3561159"/>
            <a:ext cx="937729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Pipelines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514350" y="3929063"/>
            <a:ext cx="12801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4363" y="4132659"/>
            <a:ext cx="465237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LLMOps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988" y="4132659"/>
            <a:ext cx="577416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1709973" y="4132659"/>
            <a:ext cx="670966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97509" y="4132659"/>
            <a:ext cx="479859" cy="229431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624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7514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8650" y="1714500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8650" y="1889522"/>
            <a:ext cx="171450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28650" y="2092337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8650" y="2381659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2535250"/>
            <a:ext cx="1714500" cy="136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8650" y="3836194"/>
            <a:ext cx="1714500" cy="221456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86050" y="1714500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86050" y="1889522"/>
            <a:ext cx="171450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2686050" y="2092337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86050" y="2381659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86050" y="2535250"/>
            <a:ext cx="1714500" cy="136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6050" y="3836194"/>
            <a:ext cx="1714500" cy="221456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3450" y="1714500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43450" y="1889522"/>
            <a:ext cx="171450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4743450" y="2092337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43450" y="2381659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3450" y="2535250"/>
            <a:ext cx="1714500" cy="136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43450" y="3836194"/>
            <a:ext cx="1714500" cy="221456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00850" y="1714500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00850" y="1889522"/>
            <a:ext cx="171450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6800850" y="2092337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00850" y="2381659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00850" y="2535250"/>
            <a:ext cx="1714500" cy="136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00850" y="3836194"/>
            <a:ext cx="1714500" cy="221456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85750"/>
            <a:ext cx="62750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03641" y="317897"/>
            <a:ext cx="2075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· MANUFACTURING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572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0822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922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manufacturing.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14525"/>
            <a:ext cx="58293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053828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85800" y="2246709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4888" y="1914525"/>
            <a:ext cx="432911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14888" y="2053828"/>
            <a:ext cx="4269962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Full-stack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814888" y="2246709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 through operations — one team, one operating model.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128963"/>
            <a:ext cx="58293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268266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85800" y="3461147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context, not generic AI.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14888" y="3128963"/>
            <a:ext cx="432911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14888" y="3268266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4814888" y="3461147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security and compliance built in, not bolted 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647" y="14288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960959"/>
            <a:ext cx="3573494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392933"/>
            <a:ext cx="4124833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i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2996357"/>
            <a:ext cx="367559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</a:t>
            </a:r>
            <a:pPr algn="l" indent="0" marL="0">
              <a:lnSpc>
                <a:spcPts val="1440"/>
              </a:lnSpc>
              <a:buNone/>
            </a:pPr>
            <a:r>
              <a:rPr lang="en-US" sz="900" b="1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179192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</a:t>
            </a:r>
            <a:pPr algn="l" indent="0" marL="0">
              <a:lnSpc>
                <a:spcPts val="1440"/>
              </a:lnSpc>
              <a:buNone/>
            </a:pPr>
            <a:r>
              <a:rPr lang="en-US" sz="900" b="1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44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70796" y="1757363"/>
            <a:ext cx="82308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spc="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54401" y="2646090"/>
            <a:ext cx="83948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spc="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92431" y="3534817"/>
            <a:ext cx="60145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spc="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2026-10-01T03:57:26Z</dcterms:created>
  <dcterms:modified xsi:type="dcterms:W3CDTF">2026-10-01T03:57:26Z</dcterms:modified>
</cp:coreProperties>
</file>