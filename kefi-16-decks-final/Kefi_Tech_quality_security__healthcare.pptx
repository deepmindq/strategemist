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quality_security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5538" y="628650"/>
            <a:ext cx="31405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685925"/>
            <a:ext cx="49068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Healthcare &amp; Pharma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2950" y="1985963"/>
            <a:ext cx="4543425" cy="9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2936751"/>
            <a:ext cx="4770596" cy="10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2950" y="4073277"/>
            <a:ext cx="42862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Quality &amp; Security Engineering Services for Healthcare &amp; Pharma.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6572250" y="2507456"/>
            <a:ext cx="99334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72250" y="2357438"/>
            <a:ext cx="12319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72250" y="2993231"/>
            <a:ext cx="54024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72250" y="2843213"/>
            <a:ext cx="5402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72250" y="3479006"/>
            <a:ext cx="110192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72250" y="3328988"/>
            <a:ext cx="13665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199" y="14288"/>
            <a:ext cx="301437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785812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765721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7163" y="1230064"/>
            <a:ext cx="398106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888" y="15801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42913" y="1572964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2913" y="1698650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242888" y="201576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42913" y="2008622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2913" y="2134307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242888" y="24514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42913" y="2444279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2913" y="2569964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242888" y="288708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2913" y="2879936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2913" y="3005621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4343400" y="1244352"/>
            <a:ext cx="46291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43400" y="1515814"/>
            <a:ext cx="4629150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healthcare &amp; pharma requires industry-specific capability, not generic technology. The right approach connects quality &amp; security engineering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3344614"/>
            <a:ext cx="165636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3673227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673227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673227"/>
            <a:ext cx="111838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quality &amp; security engineering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013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85750" y="921544"/>
            <a:ext cx="657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5750" y="1032272"/>
            <a:ext cx="626078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4616" y="835819"/>
            <a:ext cx="241771" cy="392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446400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602657" y="921544"/>
            <a:ext cx="5894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32137" y="1032272"/>
            <a:ext cx="623966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51114" y="835819"/>
            <a:ext cx="241771" cy="392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4792898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978636" y="921544"/>
            <a:ext cx="70950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78636" y="1032272"/>
            <a:ext cx="676085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97501" y="835819"/>
            <a:ext cx="241771" cy="392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7139285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325023" y="921544"/>
            <a:ext cx="6138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25023" y="1032272"/>
            <a:ext cx="58493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" y="1483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747218" y="1470831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" y="1667284"/>
            <a:ext cx="298315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" y="1815852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90801" y="1483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823831" y="1470831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90801" y="1667284"/>
            <a:ext cx="2900402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90801" y="1815852"/>
            <a:ext cx="2762287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7413" y="1483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8900331" y="1470831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7413" y="1667284"/>
            <a:ext cx="287658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7413" y="1815852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4300" y="24263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2747218" y="2413806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300" y="2610259"/>
            <a:ext cx="298315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300" y="2758827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90801" y="24263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5823831" y="2413806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90801" y="2610259"/>
            <a:ext cx="298327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90801" y="2758827"/>
            <a:ext cx="2762287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testing, GenAI/LLM testing, bias assessment, prompt/response validation.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7413" y="24263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8900331" y="2413806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7413" y="2610259"/>
            <a:ext cx="2876587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7413" y="2758827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strategy, QA process assessment, quality governance, release readiness, metrics.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0" y="31853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7199" y="31853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08787" y="3185331"/>
            <a:ext cx="8951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security, OWASP, NIST, SANS.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healthcare &amp; pharma environments. We bring together the quality &amp; security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211675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IoT, cloud, container VAPT. MITRE ATT&amp;CK, CIS frameworks.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healthcare &amp; pharma environments. We bring together the quality &amp; security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147897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testing. Capacity planning, bottleneck analysis, tuning.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healthcare &amp; pharma environments. We bring together the quality &amp; security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151882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codeless/AI-assisted, CI/CD integration.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healthcare &amp; pharma environments. We bring together the quality &amp; security engineering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234652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healthcare &amp; pharma.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quality &amp; security engineering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7163" y="992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320406" y="101798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7163" y="1250156"/>
            <a:ext cx="4536567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157163" y="1481547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records, clinical trials, regulatory submissions, claims processing at scale.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86313" y="992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880531" y="1017984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4786313" y="1250156"/>
            <a:ext cx="43576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4786313" y="1481547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conversational AI, care navigation, personalized health experiences.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57163" y="21788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206968" y="2203847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57163" y="2436019"/>
            <a:ext cx="4536567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57163" y="2667409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planning, staffing optimization, supply chain.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86313" y="21788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872203" y="2203847"/>
            <a:ext cx="1811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86313" y="2436019"/>
            <a:ext cx="43576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4786313" y="2667409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analytics, drug safety surveillance, trial recruitment.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0" y="313610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13610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136106"/>
            <a:ext cx="141193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64394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050131"/>
            <a:ext cx="65800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1541" y="1050131"/>
            <a:ext cx="66312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NIST CSF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260" y="1050131"/>
            <a:ext cx="98559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82601" y="1050131"/>
            <a:ext cx="7630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27001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5158" y="1050131"/>
            <a:ext cx="55518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SOC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1578769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1764506"/>
            <a:ext cx="46647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626" y="1764506"/>
            <a:ext cx="48446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4638" y="1764506"/>
            <a:ext cx="3643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1636" y="1764506"/>
            <a:ext cx="45483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41312" y="1764506"/>
            <a:ext cx="80608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 Testing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2293144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2478881"/>
            <a:ext cx="43332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8306" y="2478881"/>
            <a:ext cx="47429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8302" y="2478881"/>
            <a:ext cx="48869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3992" y="2478881"/>
            <a:ext cx="63936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79885" y="2478881"/>
            <a:ext cx="55589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3007519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3193256"/>
            <a:ext cx="196390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231" y="3193256"/>
            <a:ext cx="29087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1029" y="3193256"/>
            <a:ext cx="47991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2352" y="3193256"/>
            <a:ext cx="40210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BDD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9392" y="3193256"/>
            <a:ext cx="8425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AI-Assisted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3721894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3907631"/>
            <a:ext cx="50545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7061" y="3907631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3920" y="3907631"/>
            <a:ext cx="122617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86533" y="3907631"/>
            <a:ext cx="8082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43648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7199" y="43648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8149" y="4364831"/>
            <a:ext cx="8951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3581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00726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178719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393031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2154287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14575" y="83581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14575" y="1007269"/>
            <a:ext cx="231028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14575" y="1178719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14575" y="1393031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14575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14575" y="2154287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9150" y="83581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00726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1178719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1393031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9150" y="2154287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3725" y="835819"/>
            <a:ext cx="220027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3725" y="1007269"/>
            <a:ext cx="220027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3725" y="1178719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3725" y="1393031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3725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3725" y="2154287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342185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2185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21856"/>
            <a:ext cx="14623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92969"/>
            <a:ext cx="72009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064419"/>
            <a:ext cx="52746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Dual-focus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235869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and performance tested together — one team, two disciplines.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892969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3438" y="1064419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Certified expertise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1235869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CEH, CISM, CISO, CASP, eCPPT, CAP, CVE contributor, Google Bug Bounty.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2107406"/>
            <a:ext cx="72009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2278856"/>
            <a:ext cx="472559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2450306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3438" y="2107406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2278856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systems testing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3438" y="2450306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capability — LLM eval, bias, prompt/response validation.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319325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199" y="319325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647" y="3193256"/>
            <a:ext cx="9298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quality_security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53248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42950" y="2014538"/>
            <a:ext cx="4770596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434568"/>
            <a:ext cx="5324894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3054623"/>
            <a:ext cx="49068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283223"/>
            <a:ext cx="49068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63423" y="2382441"/>
            <a:ext cx="83762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7545595" y="2832497"/>
            <a:ext cx="8554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7785022" y="3282553"/>
            <a:ext cx="61602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39172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2026-10-01T04:00:31Z</dcterms:created>
  <dcterms:modified xsi:type="dcterms:W3CDTF">2026-10-01T04:00:31Z</dcterms:modified>
</cp:coreProperties>
</file>