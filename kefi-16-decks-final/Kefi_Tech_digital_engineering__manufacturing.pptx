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8809" y="571500"/>
            <a:ext cx="34951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AND TRANSFORMATION SERVICES · 2026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48006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2950" y="2014538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2133302"/>
            <a:ext cx="4800600" cy="12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2423517"/>
            <a:ext cx="4572000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Digital Engineering &amp; Transformation Services for Manufacturing.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29400" y="1714500"/>
            <a:ext cx="1241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29400" y="2053828"/>
            <a:ext cx="114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29400" y="2393156"/>
            <a:ext cx="114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3769444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819969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1284312"/>
            <a:ext cx="42198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7175" y="16022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600075" y="1587922"/>
            <a:ext cx="325297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0075" y="1713607"/>
            <a:ext cx="31432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257175" y="20846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600075" y="2070348"/>
            <a:ext cx="325297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075" y="2196033"/>
            <a:ext cx="31432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257175" y="25670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600075" y="2552774"/>
            <a:ext cx="325297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0075" y="2678460"/>
            <a:ext cx="31432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257175" y="30494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600075" y="3035201"/>
            <a:ext cx="325297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0075" y="3160886"/>
            <a:ext cx="31432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329113" y="1284312"/>
            <a:ext cx="3333039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29113" y="1634356"/>
            <a:ext cx="2828925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manufacturing requires industry-specific capability, not generic technology. The right approach connects digital engineering &amp; transformation to the regulatory, operational and customer realities that define manufacturing.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9113" y="3270275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584600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584600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584600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528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digital engineering &amp; transformation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8588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371475" y="1006487"/>
            <a:ext cx="1657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57413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2457450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2700338" y="1006487"/>
            <a:ext cx="1657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6275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4786313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029200" y="1006487"/>
            <a:ext cx="1657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15138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7115175" y="9957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7358063" y="1006487"/>
            <a:ext cx="1657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" y="15315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2730501" y="15458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14300" y="1731578"/>
            <a:ext cx="2871904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" y="1885838"/>
            <a:ext cx="2762176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90801" y="15315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807113" y="15458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190801" y="1731578"/>
            <a:ext cx="2872015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90801" y="1885838"/>
            <a:ext cx="2762287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67413" y="15315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8883614" y="15458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267413" y="1731578"/>
            <a:ext cx="2871904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7413" y="1885838"/>
            <a:ext cx="2762176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" y="24459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2730501" y="24602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114300" y="2645978"/>
            <a:ext cx="2871904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" y="2800238"/>
            <a:ext cx="2762176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90801" y="24459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5807113" y="24602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190801" y="2645978"/>
            <a:ext cx="2872015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90801" y="2800238"/>
            <a:ext cx="2762287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user research, information architecture, interaction design, design systems.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7413" y="24459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8883614" y="2460241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267413" y="2645978"/>
            <a:ext cx="2871904" cy="12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7413" y="2800238"/>
            <a:ext cx="2762176" cy="2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pipelines, DevOps/DevSecOps, solution architecture, engineering standards, scalability.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318890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199" y="318890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6738" y="3188903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0" y="57931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1450" y="1057945"/>
            <a:ext cx="4739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290117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manufacturing environments. We bring together the digital engineering &amp;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3015332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1057945"/>
            <a:ext cx="36285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29125" y="1396826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0588" y="13914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943475" y="1347267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43475" y="1464357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429125" y="1813954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0588" y="1808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943475" y="1764395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3475" y="1881485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29125" y="22310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0588" y="22257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943475" y="2181523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43475" y="2298613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429125" y="2648210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0588" y="2642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943475" y="2598651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43475" y="2715741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29125" y="3065338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0588" y="30599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943475" y="3015779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3475" y="3132869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343945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343945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343945"/>
            <a:ext cx="233603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0" y="57931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1450" y="1057945"/>
            <a:ext cx="4739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290117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manufacturing environments. We bring together the digital engineering &amp;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3015332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1057945"/>
            <a:ext cx="36285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29125" y="1396826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0588" y="13914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943475" y="1347267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43475" y="1464357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429125" y="1813954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0588" y="1808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943475" y="1764395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3475" y="1881485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29125" y="22310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0588" y="22257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943475" y="2181523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43475" y="2298613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429125" y="2648210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0588" y="2642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943475" y="2598651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43475" y="2715741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29125" y="3065338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0588" y="30599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943475" y="3015779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3475" y="3132869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343945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343945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343945"/>
            <a:ext cx="265079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0" y="57931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1450" y="1057945"/>
            <a:ext cx="4739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290117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manufacturing environments. We bring together the digital engineering &amp;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3015332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1057945"/>
            <a:ext cx="36285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29125" y="1396826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0588" y="13914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943475" y="1347267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43475" y="1464357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429125" y="1813954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0588" y="1808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943475" y="1764395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3475" y="1881485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29125" y="22310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0588" y="22257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943475" y="2181523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43475" y="2298613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429125" y="2648210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0588" y="2642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943475" y="2598651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43475" y="2715741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29125" y="3065338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0588" y="30599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943475" y="3015779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3475" y="3132869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343945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343945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343945"/>
            <a:ext cx="189216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0" y="57931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1450" y="1057945"/>
            <a:ext cx="4739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290117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manufacturing environments. We bring together the digital engineering &amp;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3015332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1057945"/>
            <a:ext cx="36285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29125" y="1396826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0588" y="13914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943475" y="1347267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43475" y="1464357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429125" y="1813954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0588" y="1808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943475" y="1764395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3475" y="1881485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29125" y="22310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0588" y="22257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943475" y="2181523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43475" y="2298613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429125" y="2648210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0588" y="2642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943475" y="2598651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43475" y="2715741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29125" y="3065338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0588" y="30599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943475" y="3015779"/>
            <a:ext cx="21145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3475" y="3132869"/>
            <a:ext cx="2114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343945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343945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343945"/>
            <a:ext cx="2104937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MANUFACTURING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manufacturing.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805681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digital engineering &amp; transformation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12700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313820" y="130038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163" y="1527200"/>
            <a:ext cx="42005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7163" y="1755800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 detection, visual inspection, safety monitoring, production line analytics.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86313" y="12700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860629" y="1300386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4786313" y="1527200"/>
            <a:ext cx="42005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786313" y="1755800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health monitoring, failure prediction, maintenance scheduling optimization.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57163" y="25130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173721" y="2543398"/>
            <a:ext cx="236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157163" y="2770212"/>
            <a:ext cx="43102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57163" y="2998812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forecasting, inventory optimization, supplier risk, logistics visibility.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86313" y="25130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840135" y="2543398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4786313" y="2770212"/>
            <a:ext cx="42005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Copilots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786313" y="2998812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Floor-worker assistants, knowledge access, workflow automation, quality intelligence.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0" y="3513162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513162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513162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528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31466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967197"/>
            <a:ext cx="342788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9177" y="967197"/>
            <a:ext cx="429295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002" y="967197"/>
            <a:ext cx="483941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19473" y="967197"/>
            <a:ext cx="801774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Systems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0" y="1460116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1595847"/>
            <a:ext cx="705445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741834" y="1595847"/>
            <a:ext cx="336761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2691" y="1595847"/>
            <a:ext cx="716524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10435" y="1595847"/>
            <a:ext cx="740501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Modules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0" y="2088766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0" y="2224497"/>
            <a:ext cx="391455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7844" y="2224497"/>
            <a:ext cx="596503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Containers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1060735" y="2224497"/>
            <a:ext cx="581211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Serverless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1678335" y="2224497"/>
            <a:ext cx="999344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0" y="2717416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0" y="2853147"/>
            <a:ext cx="667941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691536" y="2853147"/>
            <a:ext cx="591840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Bus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82688" y="2853147"/>
            <a:ext cx="670966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759" y="2853147"/>
            <a:ext cx="788268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Hub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0" y="3346066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0" y="3481797"/>
            <a:ext cx="395920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5011" y="3481797"/>
            <a:ext cx="670966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5069" y="3481797"/>
            <a:ext cx="369243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90700" y="3481797"/>
            <a:ext cx="692162" cy="249382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0" y="391756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91756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8624" y="3917566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528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" y="1002916"/>
            <a:ext cx="25237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" y="1120787"/>
            <a:ext cx="252374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114300" y="1302953"/>
            <a:ext cx="20702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" y="1517266"/>
            <a:ext cx="251043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" y="1656569"/>
            <a:ext cx="1971675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" y="2334890"/>
            <a:ext cx="25237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28875" y="1002916"/>
            <a:ext cx="25237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8875" y="1120787"/>
            <a:ext cx="2070259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428875" y="1302953"/>
            <a:ext cx="20702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8875" y="1517266"/>
            <a:ext cx="251043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28875" y="1656569"/>
            <a:ext cx="1971675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28875" y="2224943"/>
            <a:ext cx="2310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43450" y="1002916"/>
            <a:ext cx="25237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3450" y="1120787"/>
            <a:ext cx="252374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4743450" y="1302953"/>
            <a:ext cx="20702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43450" y="1517266"/>
            <a:ext cx="251043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43450" y="1656569"/>
            <a:ext cx="1971675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3450" y="2224943"/>
            <a:ext cx="25237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58025" y="1002916"/>
            <a:ext cx="20859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58025" y="1120787"/>
            <a:ext cx="2070259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7058025" y="1302953"/>
            <a:ext cx="20702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58025" y="1517266"/>
            <a:ext cx="20859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58025" y="1656569"/>
            <a:ext cx="1971675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8025" y="2224943"/>
            <a:ext cx="20702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60324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60324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603241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428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42888"/>
            <a:ext cx="863600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528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manufacturing.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60066"/>
            <a:ext cx="660654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5738" y="1199369"/>
            <a:ext cx="4335542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185738" y="1381534"/>
            <a:ext cx="4129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not bolted on, engineered in.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29175" y="1060066"/>
            <a:ext cx="43148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29175" y="1199369"/>
            <a:ext cx="431482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4829175" y="1381534"/>
            <a:ext cx="4129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platforms that compound productivity.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5738" y="2331653"/>
            <a:ext cx="660654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5738" y="2470956"/>
            <a:ext cx="4335542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185738" y="2653122"/>
            <a:ext cx="4129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Legacy-to-microservices with engineering discipline.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9175" y="2331653"/>
            <a:ext cx="43148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29175" y="2470956"/>
            <a:ext cx="431482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4829175" y="2653122"/>
            <a:ext cx="4129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pipeline, not a gate before release.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331749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331749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3317491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857375"/>
            <a:ext cx="39886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42950" y="2157413"/>
            <a:ext cx="3573494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589386"/>
            <a:ext cx="3988699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221385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415605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0168" y="1571625"/>
            <a:ext cx="113451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7747508" y="2035969"/>
            <a:ext cx="116442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8059266" y="2500313"/>
            <a:ext cx="75290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2026-10-01T03:59:40Z</dcterms:created>
  <dcterms:modified xsi:type="dcterms:W3CDTF">2026-10-01T03:59:40Z</dcterms:modified>
</cp:coreProperties>
</file>